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4" r:id="rId11"/>
    <p:sldId id="265" r:id="rId12"/>
    <p:sldId id="266" r:id="rId13"/>
    <p:sldId id="267" r:id="rId14"/>
    <p:sldId id="269" r:id="rId15"/>
    <p:sldId id="271" r:id="rId16"/>
    <p:sldId id="272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lpesh Chaudhari" userId="7566e0df658f9533" providerId="LiveId" clId="{64D807D4-86EE-493B-9C9E-FAF2037DA218}"/>
    <pc:docChg chg="addSld modSld">
      <pc:chgData name="Kalpesh Chaudhari" userId="7566e0df658f9533" providerId="LiveId" clId="{64D807D4-86EE-493B-9C9E-FAF2037DA218}" dt="2026-04-29T01:01:33.235" v="26" actId="14100"/>
      <pc:docMkLst>
        <pc:docMk/>
      </pc:docMkLst>
      <pc:sldChg chg="modSp mod">
        <pc:chgData name="Kalpesh Chaudhari" userId="7566e0df658f9533" providerId="LiveId" clId="{64D807D4-86EE-493B-9C9E-FAF2037DA218}" dt="2026-04-29T01:00:02.641" v="22" actId="20577"/>
        <pc:sldMkLst>
          <pc:docMk/>
          <pc:sldMk cId="1577954056" sldId="256"/>
        </pc:sldMkLst>
        <pc:spChg chg="mod">
          <ac:chgData name="Kalpesh Chaudhari" userId="7566e0df658f9533" providerId="LiveId" clId="{64D807D4-86EE-493B-9C9E-FAF2037DA218}" dt="2026-04-29T01:00:02.641" v="22" actId="20577"/>
          <ac:spMkLst>
            <pc:docMk/>
            <pc:sldMk cId="1577954056" sldId="256"/>
            <ac:spMk id="6" creationId="{C35C3855-E25F-E7C7-2237-9F2D78E4C3DF}"/>
          </ac:spMkLst>
        </pc:spChg>
      </pc:sldChg>
      <pc:sldChg chg="addSp modSp new mod">
        <pc:chgData name="Kalpesh Chaudhari" userId="7566e0df658f9533" providerId="LiveId" clId="{64D807D4-86EE-493B-9C9E-FAF2037DA218}" dt="2026-04-29T01:01:33.235" v="26" actId="14100"/>
        <pc:sldMkLst>
          <pc:docMk/>
          <pc:sldMk cId="262360528" sldId="273"/>
        </pc:sldMkLst>
        <pc:picChg chg="add mod">
          <ac:chgData name="Kalpesh Chaudhari" userId="7566e0df658f9533" providerId="LiveId" clId="{64D807D4-86EE-493B-9C9E-FAF2037DA218}" dt="2026-04-29T01:01:33.235" v="26" actId="14100"/>
          <ac:picMkLst>
            <pc:docMk/>
            <pc:sldMk cId="262360528" sldId="273"/>
            <ac:picMk id="3" creationId="{BD659787-A5CC-C398-1684-D0D4B1E55EA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81F415-140B-48D5-A143-684FBDF137EE}" type="doc">
      <dgm:prSet loTypeId="urn:microsoft.com/office/officeart/2005/8/layout/hierarchy3" loCatId="hierarchy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B59BDFAB-3102-4DF0-9677-0BD848D9A1DA}">
      <dgm:prSet/>
      <dgm:spPr/>
      <dgm:t>
        <a:bodyPr/>
        <a:lstStyle/>
        <a:p>
          <a:r>
            <a:rPr lang="en-US" dirty="0"/>
            <a:t>1- </a:t>
          </a:r>
        </a:p>
        <a:p>
          <a:r>
            <a:rPr lang="en-US" dirty="0"/>
            <a:t>CONSUMER</a:t>
          </a:r>
        </a:p>
      </dgm:t>
    </dgm:pt>
    <dgm:pt modelId="{ED3533C2-CDB9-4090-851C-BDFEABB0BBC7}" type="parTrans" cxnId="{5827729F-D725-4A8E-A738-66E9FDC165D9}">
      <dgm:prSet/>
      <dgm:spPr/>
      <dgm:t>
        <a:bodyPr/>
        <a:lstStyle/>
        <a:p>
          <a:endParaRPr lang="en-US"/>
        </a:p>
      </dgm:t>
    </dgm:pt>
    <dgm:pt modelId="{CD4C0CCC-F521-459C-A4A0-329309BCFD74}" type="sibTrans" cxnId="{5827729F-D725-4A8E-A738-66E9FDC165D9}">
      <dgm:prSet/>
      <dgm:spPr/>
      <dgm:t>
        <a:bodyPr/>
        <a:lstStyle/>
        <a:p>
          <a:endParaRPr lang="en-US"/>
        </a:p>
      </dgm:t>
    </dgm:pt>
    <dgm:pt modelId="{23BD7FB5-7A1B-4BB9-94B7-621C67B54F87}">
      <dgm:prSet/>
      <dgm:spPr/>
      <dgm:t>
        <a:bodyPr/>
        <a:lstStyle/>
        <a:p>
          <a:r>
            <a:rPr lang="en-US"/>
            <a:t>2- </a:t>
          </a:r>
        </a:p>
        <a:p>
          <a:r>
            <a:rPr lang="en-US"/>
            <a:t>CORPORATE</a:t>
          </a:r>
          <a:endParaRPr lang="en-US" dirty="0"/>
        </a:p>
      </dgm:t>
    </dgm:pt>
    <dgm:pt modelId="{796D3EFD-12CE-4AD1-BBAB-F28830F71EF5}" type="parTrans" cxnId="{345027FF-762C-45AC-B2CB-D072076EA7E5}">
      <dgm:prSet/>
      <dgm:spPr/>
      <dgm:t>
        <a:bodyPr/>
        <a:lstStyle/>
        <a:p>
          <a:endParaRPr lang="en-US"/>
        </a:p>
      </dgm:t>
    </dgm:pt>
    <dgm:pt modelId="{E9F895C7-95F1-4821-9E99-69AB1B361095}" type="sibTrans" cxnId="{345027FF-762C-45AC-B2CB-D072076EA7E5}">
      <dgm:prSet/>
      <dgm:spPr/>
      <dgm:t>
        <a:bodyPr/>
        <a:lstStyle/>
        <a:p>
          <a:endParaRPr lang="en-US"/>
        </a:p>
      </dgm:t>
    </dgm:pt>
    <dgm:pt modelId="{3B0A6C31-FFFF-4B30-996F-C6C649223193}">
      <dgm:prSet/>
      <dgm:spPr/>
      <dgm:t>
        <a:bodyPr/>
        <a:lstStyle/>
        <a:p>
          <a:r>
            <a:rPr lang="en-US"/>
            <a:t>3- </a:t>
          </a:r>
        </a:p>
        <a:p>
          <a:r>
            <a:rPr lang="en-US"/>
            <a:t>HOME OFFICE</a:t>
          </a:r>
          <a:endParaRPr lang="en-US" dirty="0"/>
        </a:p>
      </dgm:t>
    </dgm:pt>
    <dgm:pt modelId="{EB541371-10FF-4A54-9A9F-0DF409B1F9C2}" type="parTrans" cxnId="{C9E4539F-FEA7-4543-A675-4A7ED59D5E9A}">
      <dgm:prSet/>
      <dgm:spPr/>
      <dgm:t>
        <a:bodyPr/>
        <a:lstStyle/>
        <a:p>
          <a:endParaRPr lang="en-US"/>
        </a:p>
      </dgm:t>
    </dgm:pt>
    <dgm:pt modelId="{84ED0280-FED3-473C-9BC2-C3A4B7392DB5}" type="sibTrans" cxnId="{C9E4539F-FEA7-4543-A675-4A7ED59D5E9A}">
      <dgm:prSet/>
      <dgm:spPr/>
      <dgm:t>
        <a:bodyPr/>
        <a:lstStyle/>
        <a:p>
          <a:endParaRPr lang="en-US"/>
        </a:p>
      </dgm:t>
    </dgm:pt>
    <dgm:pt modelId="{741AD2F6-5822-49B2-B19C-22B7A1033B66}" type="pres">
      <dgm:prSet presAssocID="{B781F415-140B-48D5-A143-684FBDF137E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3BDA411-4DA0-49C5-BB4A-07B1D04FF01C}" type="pres">
      <dgm:prSet presAssocID="{B59BDFAB-3102-4DF0-9677-0BD848D9A1DA}" presName="root" presStyleCnt="0"/>
      <dgm:spPr/>
    </dgm:pt>
    <dgm:pt modelId="{0D47DE2B-37EF-48DF-89B7-0EF70DE7DF64}" type="pres">
      <dgm:prSet presAssocID="{B59BDFAB-3102-4DF0-9677-0BD848D9A1DA}" presName="rootComposite" presStyleCnt="0"/>
      <dgm:spPr/>
    </dgm:pt>
    <dgm:pt modelId="{CA677B42-3443-493D-83DA-6B72BB205F67}" type="pres">
      <dgm:prSet presAssocID="{B59BDFAB-3102-4DF0-9677-0BD848D9A1DA}" presName="rootText" presStyleLbl="node1" presStyleIdx="0" presStyleCnt="3"/>
      <dgm:spPr/>
    </dgm:pt>
    <dgm:pt modelId="{561DEA7F-3DFD-4F78-B045-EA9FCB8E4C0E}" type="pres">
      <dgm:prSet presAssocID="{B59BDFAB-3102-4DF0-9677-0BD848D9A1DA}" presName="rootConnector" presStyleLbl="node1" presStyleIdx="0" presStyleCnt="3"/>
      <dgm:spPr/>
    </dgm:pt>
    <dgm:pt modelId="{2B1672EA-2922-45C2-AA7A-32E8ABC115B3}" type="pres">
      <dgm:prSet presAssocID="{B59BDFAB-3102-4DF0-9677-0BD848D9A1DA}" presName="childShape" presStyleCnt="0"/>
      <dgm:spPr/>
    </dgm:pt>
    <dgm:pt modelId="{28EF6E77-C7DA-4E68-B07C-8361558BE10D}" type="pres">
      <dgm:prSet presAssocID="{23BD7FB5-7A1B-4BB9-94B7-621C67B54F87}" presName="root" presStyleCnt="0"/>
      <dgm:spPr/>
    </dgm:pt>
    <dgm:pt modelId="{D0230CA2-547C-47A1-95D7-B3A7A6B195DC}" type="pres">
      <dgm:prSet presAssocID="{23BD7FB5-7A1B-4BB9-94B7-621C67B54F87}" presName="rootComposite" presStyleCnt="0"/>
      <dgm:spPr/>
    </dgm:pt>
    <dgm:pt modelId="{E5777ABC-6A62-4D05-93F3-5C2BFE5C9CBB}" type="pres">
      <dgm:prSet presAssocID="{23BD7FB5-7A1B-4BB9-94B7-621C67B54F87}" presName="rootText" presStyleLbl="node1" presStyleIdx="1" presStyleCnt="3"/>
      <dgm:spPr/>
    </dgm:pt>
    <dgm:pt modelId="{60742389-D9B6-4745-9462-54277B22AC3C}" type="pres">
      <dgm:prSet presAssocID="{23BD7FB5-7A1B-4BB9-94B7-621C67B54F87}" presName="rootConnector" presStyleLbl="node1" presStyleIdx="1" presStyleCnt="3"/>
      <dgm:spPr/>
    </dgm:pt>
    <dgm:pt modelId="{230335CB-5805-45D6-AB7F-35A8B54A0DCE}" type="pres">
      <dgm:prSet presAssocID="{23BD7FB5-7A1B-4BB9-94B7-621C67B54F87}" presName="childShape" presStyleCnt="0"/>
      <dgm:spPr/>
    </dgm:pt>
    <dgm:pt modelId="{AAD05885-BD0D-4D77-A821-FE86D5BC9AFA}" type="pres">
      <dgm:prSet presAssocID="{3B0A6C31-FFFF-4B30-996F-C6C649223193}" presName="root" presStyleCnt="0"/>
      <dgm:spPr/>
    </dgm:pt>
    <dgm:pt modelId="{F13695D3-11AB-4F89-94C9-57487D3CE0E1}" type="pres">
      <dgm:prSet presAssocID="{3B0A6C31-FFFF-4B30-996F-C6C649223193}" presName="rootComposite" presStyleCnt="0"/>
      <dgm:spPr/>
    </dgm:pt>
    <dgm:pt modelId="{7A7A35E1-08B9-4555-978B-B9E16E950836}" type="pres">
      <dgm:prSet presAssocID="{3B0A6C31-FFFF-4B30-996F-C6C649223193}" presName="rootText" presStyleLbl="node1" presStyleIdx="2" presStyleCnt="3" custLinFactNeighborX="-9125" custLinFactNeighborY="2140"/>
      <dgm:spPr/>
    </dgm:pt>
    <dgm:pt modelId="{E8112858-D634-462C-9588-C18BDBC66E86}" type="pres">
      <dgm:prSet presAssocID="{3B0A6C31-FFFF-4B30-996F-C6C649223193}" presName="rootConnector" presStyleLbl="node1" presStyleIdx="2" presStyleCnt="3"/>
      <dgm:spPr/>
    </dgm:pt>
    <dgm:pt modelId="{700346D7-1DAC-4AB0-B6AB-196982C39481}" type="pres">
      <dgm:prSet presAssocID="{3B0A6C31-FFFF-4B30-996F-C6C649223193}" presName="childShape" presStyleCnt="0"/>
      <dgm:spPr/>
    </dgm:pt>
  </dgm:ptLst>
  <dgm:cxnLst>
    <dgm:cxn modelId="{98AF656D-7061-4C16-B5C0-29A3FDEEC2DB}" type="presOf" srcId="{23BD7FB5-7A1B-4BB9-94B7-621C67B54F87}" destId="{60742389-D9B6-4745-9462-54277B22AC3C}" srcOrd="1" destOrd="0" presId="urn:microsoft.com/office/officeart/2005/8/layout/hierarchy3"/>
    <dgm:cxn modelId="{D2C00D57-EA03-4C8A-A980-DDF2C28AF8E3}" type="presOf" srcId="{B59BDFAB-3102-4DF0-9677-0BD848D9A1DA}" destId="{561DEA7F-3DFD-4F78-B045-EA9FCB8E4C0E}" srcOrd="1" destOrd="0" presId="urn:microsoft.com/office/officeart/2005/8/layout/hierarchy3"/>
    <dgm:cxn modelId="{C61BC55A-244E-4D7D-BD13-80A0433C7F01}" type="presOf" srcId="{B781F415-140B-48D5-A143-684FBDF137EE}" destId="{741AD2F6-5822-49B2-B19C-22B7A1033B66}" srcOrd="0" destOrd="0" presId="urn:microsoft.com/office/officeart/2005/8/layout/hierarchy3"/>
    <dgm:cxn modelId="{D8CE107B-0A2E-4DCD-AD81-711EFFA79C58}" type="presOf" srcId="{3B0A6C31-FFFF-4B30-996F-C6C649223193}" destId="{7A7A35E1-08B9-4555-978B-B9E16E950836}" srcOrd="0" destOrd="0" presId="urn:microsoft.com/office/officeart/2005/8/layout/hierarchy3"/>
    <dgm:cxn modelId="{A21C867F-7D3E-41F2-BFBE-089C410A40EE}" type="presOf" srcId="{B59BDFAB-3102-4DF0-9677-0BD848D9A1DA}" destId="{CA677B42-3443-493D-83DA-6B72BB205F67}" srcOrd="0" destOrd="0" presId="urn:microsoft.com/office/officeart/2005/8/layout/hierarchy3"/>
    <dgm:cxn modelId="{573CCE92-DE1C-45A5-9712-A9FCDA6EB29A}" type="presOf" srcId="{3B0A6C31-FFFF-4B30-996F-C6C649223193}" destId="{E8112858-D634-462C-9588-C18BDBC66E86}" srcOrd="1" destOrd="0" presId="urn:microsoft.com/office/officeart/2005/8/layout/hierarchy3"/>
    <dgm:cxn modelId="{5827729F-D725-4A8E-A738-66E9FDC165D9}" srcId="{B781F415-140B-48D5-A143-684FBDF137EE}" destId="{B59BDFAB-3102-4DF0-9677-0BD848D9A1DA}" srcOrd="0" destOrd="0" parTransId="{ED3533C2-CDB9-4090-851C-BDFEABB0BBC7}" sibTransId="{CD4C0CCC-F521-459C-A4A0-329309BCFD74}"/>
    <dgm:cxn modelId="{C9E4539F-FEA7-4543-A675-4A7ED59D5E9A}" srcId="{B781F415-140B-48D5-A143-684FBDF137EE}" destId="{3B0A6C31-FFFF-4B30-996F-C6C649223193}" srcOrd="2" destOrd="0" parTransId="{EB541371-10FF-4A54-9A9F-0DF409B1F9C2}" sibTransId="{84ED0280-FED3-473C-9BC2-C3A4B7392DB5}"/>
    <dgm:cxn modelId="{451052B7-8B68-4ECB-ADAB-90137EB65682}" type="presOf" srcId="{23BD7FB5-7A1B-4BB9-94B7-621C67B54F87}" destId="{E5777ABC-6A62-4D05-93F3-5C2BFE5C9CBB}" srcOrd="0" destOrd="0" presId="urn:microsoft.com/office/officeart/2005/8/layout/hierarchy3"/>
    <dgm:cxn modelId="{345027FF-762C-45AC-B2CB-D072076EA7E5}" srcId="{B781F415-140B-48D5-A143-684FBDF137EE}" destId="{23BD7FB5-7A1B-4BB9-94B7-621C67B54F87}" srcOrd="1" destOrd="0" parTransId="{796D3EFD-12CE-4AD1-BBAB-F28830F71EF5}" sibTransId="{E9F895C7-95F1-4821-9E99-69AB1B361095}"/>
    <dgm:cxn modelId="{44CEF205-D276-4A5C-AC71-08EF8A20DCF8}" type="presParOf" srcId="{741AD2F6-5822-49B2-B19C-22B7A1033B66}" destId="{93BDA411-4DA0-49C5-BB4A-07B1D04FF01C}" srcOrd="0" destOrd="0" presId="urn:microsoft.com/office/officeart/2005/8/layout/hierarchy3"/>
    <dgm:cxn modelId="{05449525-509F-418A-AF6C-2A21AB4E5FC7}" type="presParOf" srcId="{93BDA411-4DA0-49C5-BB4A-07B1D04FF01C}" destId="{0D47DE2B-37EF-48DF-89B7-0EF70DE7DF64}" srcOrd="0" destOrd="0" presId="urn:microsoft.com/office/officeart/2005/8/layout/hierarchy3"/>
    <dgm:cxn modelId="{7D2080D5-79E9-4DFB-B873-B2BD6B3DC0A2}" type="presParOf" srcId="{0D47DE2B-37EF-48DF-89B7-0EF70DE7DF64}" destId="{CA677B42-3443-493D-83DA-6B72BB205F67}" srcOrd="0" destOrd="0" presId="urn:microsoft.com/office/officeart/2005/8/layout/hierarchy3"/>
    <dgm:cxn modelId="{CA0819D4-00D0-4009-A7E5-A325BE3010BC}" type="presParOf" srcId="{0D47DE2B-37EF-48DF-89B7-0EF70DE7DF64}" destId="{561DEA7F-3DFD-4F78-B045-EA9FCB8E4C0E}" srcOrd="1" destOrd="0" presId="urn:microsoft.com/office/officeart/2005/8/layout/hierarchy3"/>
    <dgm:cxn modelId="{8E9B56FD-6228-4196-8716-88DE5FA26845}" type="presParOf" srcId="{93BDA411-4DA0-49C5-BB4A-07B1D04FF01C}" destId="{2B1672EA-2922-45C2-AA7A-32E8ABC115B3}" srcOrd="1" destOrd="0" presId="urn:microsoft.com/office/officeart/2005/8/layout/hierarchy3"/>
    <dgm:cxn modelId="{BA771FA9-6C26-4509-B131-06215198E8B8}" type="presParOf" srcId="{741AD2F6-5822-49B2-B19C-22B7A1033B66}" destId="{28EF6E77-C7DA-4E68-B07C-8361558BE10D}" srcOrd="1" destOrd="0" presId="urn:microsoft.com/office/officeart/2005/8/layout/hierarchy3"/>
    <dgm:cxn modelId="{1189F4C3-4009-4A41-BF5F-E38D856BE1CF}" type="presParOf" srcId="{28EF6E77-C7DA-4E68-B07C-8361558BE10D}" destId="{D0230CA2-547C-47A1-95D7-B3A7A6B195DC}" srcOrd="0" destOrd="0" presId="urn:microsoft.com/office/officeart/2005/8/layout/hierarchy3"/>
    <dgm:cxn modelId="{7C68C13E-ACBB-4172-9FED-FCB1A0039A0F}" type="presParOf" srcId="{D0230CA2-547C-47A1-95D7-B3A7A6B195DC}" destId="{E5777ABC-6A62-4D05-93F3-5C2BFE5C9CBB}" srcOrd="0" destOrd="0" presId="urn:microsoft.com/office/officeart/2005/8/layout/hierarchy3"/>
    <dgm:cxn modelId="{1395D78A-38D0-478A-8980-F3C019F28DD1}" type="presParOf" srcId="{D0230CA2-547C-47A1-95D7-B3A7A6B195DC}" destId="{60742389-D9B6-4745-9462-54277B22AC3C}" srcOrd="1" destOrd="0" presId="urn:microsoft.com/office/officeart/2005/8/layout/hierarchy3"/>
    <dgm:cxn modelId="{D60AEF39-CA00-4945-A308-37A4DE280E72}" type="presParOf" srcId="{28EF6E77-C7DA-4E68-B07C-8361558BE10D}" destId="{230335CB-5805-45D6-AB7F-35A8B54A0DCE}" srcOrd="1" destOrd="0" presId="urn:microsoft.com/office/officeart/2005/8/layout/hierarchy3"/>
    <dgm:cxn modelId="{50AD8640-AF2F-4A57-B8A3-E505EDBCC773}" type="presParOf" srcId="{741AD2F6-5822-49B2-B19C-22B7A1033B66}" destId="{AAD05885-BD0D-4D77-A821-FE86D5BC9AFA}" srcOrd="2" destOrd="0" presId="urn:microsoft.com/office/officeart/2005/8/layout/hierarchy3"/>
    <dgm:cxn modelId="{A77F61A9-AF1F-42CF-96F2-6BA0D7297B43}" type="presParOf" srcId="{AAD05885-BD0D-4D77-A821-FE86D5BC9AFA}" destId="{F13695D3-11AB-4F89-94C9-57487D3CE0E1}" srcOrd="0" destOrd="0" presId="urn:microsoft.com/office/officeart/2005/8/layout/hierarchy3"/>
    <dgm:cxn modelId="{130799D6-3D7A-456F-8D43-2B717589637A}" type="presParOf" srcId="{F13695D3-11AB-4F89-94C9-57487D3CE0E1}" destId="{7A7A35E1-08B9-4555-978B-B9E16E950836}" srcOrd="0" destOrd="0" presId="urn:microsoft.com/office/officeart/2005/8/layout/hierarchy3"/>
    <dgm:cxn modelId="{280995CD-FB96-45D3-A5B4-48C2867334EA}" type="presParOf" srcId="{F13695D3-11AB-4F89-94C9-57487D3CE0E1}" destId="{E8112858-D634-462C-9588-C18BDBC66E86}" srcOrd="1" destOrd="0" presId="urn:microsoft.com/office/officeart/2005/8/layout/hierarchy3"/>
    <dgm:cxn modelId="{ADD40752-617F-4B94-AF24-636DE6DE9A75}" type="presParOf" srcId="{AAD05885-BD0D-4D77-A821-FE86D5BC9AFA}" destId="{700346D7-1DAC-4AB0-B6AB-196982C39481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81F415-140B-48D5-A143-684FBDF137EE}" type="doc">
      <dgm:prSet loTypeId="urn:microsoft.com/office/officeart/2005/8/layout/hierarchy3" loCatId="hierarchy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59BDFAB-3102-4DF0-9677-0BD848D9A1DA}">
      <dgm:prSet/>
      <dgm:spPr/>
      <dgm:t>
        <a:bodyPr/>
        <a:lstStyle/>
        <a:p>
          <a:r>
            <a:rPr lang="en-US" b="1" dirty="0">
              <a:latin typeface="Rockwell" panose="02060603020205020403" pitchFamily="18" charset="0"/>
            </a:rPr>
            <a:t>1- </a:t>
          </a:r>
        </a:p>
        <a:p>
          <a:r>
            <a:rPr lang="en-US" b="1" dirty="0">
              <a:latin typeface="Rockwell" panose="02060603020205020403" pitchFamily="18" charset="0"/>
            </a:rPr>
            <a:t>TECHNOLOGY</a:t>
          </a:r>
        </a:p>
      </dgm:t>
    </dgm:pt>
    <dgm:pt modelId="{ED3533C2-CDB9-4090-851C-BDFEABB0BBC7}" type="parTrans" cxnId="{5827729F-D725-4A8E-A738-66E9FDC165D9}">
      <dgm:prSet/>
      <dgm:spPr/>
      <dgm:t>
        <a:bodyPr/>
        <a:lstStyle/>
        <a:p>
          <a:endParaRPr lang="en-US"/>
        </a:p>
      </dgm:t>
    </dgm:pt>
    <dgm:pt modelId="{CD4C0CCC-F521-459C-A4A0-329309BCFD74}" type="sibTrans" cxnId="{5827729F-D725-4A8E-A738-66E9FDC165D9}">
      <dgm:prSet/>
      <dgm:spPr/>
      <dgm:t>
        <a:bodyPr/>
        <a:lstStyle/>
        <a:p>
          <a:endParaRPr lang="en-US"/>
        </a:p>
      </dgm:t>
    </dgm:pt>
    <dgm:pt modelId="{23BD7FB5-7A1B-4BB9-94B7-621C67B54F87}">
      <dgm:prSet/>
      <dgm:spPr/>
      <dgm:t>
        <a:bodyPr/>
        <a:lstStyle/>
        <a:p>
          <a:r>
            <a:rPr lang="en-US" b="1" dirty="0">
              <a:latin typeface="Rockwell" panose="02060603020205020403" pitchFamily="18" charset="0"/>
            </a:rPr>
            <a:t>2- </a:t>
          </a:r>
        </a:p>
        <a:p>
          <a:r>
            <a:rPr lang="en-US" b="1" dirty="0">
              <a:latin typeface="Rockwell" panose="02060603020205020403" pitchFamily="18" charset="0"/>
            </a:rPr>
            <a:t>FURNITURE</a:t>
          </a:r>
        </a:p>
      </dgm:t>
    </dgm:pt>
    <dgm:pt modelId="{796D3EFD-12CE-4AD1-BBAB-F28830F71EF5}" type="parTrans" cxnId="{345027FF-762C-45AC-B2CB-D072076EA7E5}">
      <dgm:prSet/>
      <dgm:spPr/>
      <dgm:t>
        <a:bodyPr/>
        <a:lstStyle/>
        <a:p>
          <a:endParaRPr lang="en-US"/>
        </a:p>
      </dgm:t>
    </dgm:pt>
    <dgm:pt modelId="{E9F895C7-95F1-4821-9E99-69AB1B361095}" type="sibTrans" cxnId="{345027FF-762C-45AC-B2CB-D072076EA7E5}">
      <dgm:prSet/>
      <dgm:spPr/>
      <dgm:t>
        <a:bodyPr/>
        <a:lstStyle/>
        <a:p>
          <a:endParaRPr lang="en-US"/>
        </a:p>
      </dgm:t>
    </dgm:pt>
    <dgm:pt modelId="{3B0A6C31-FFFF-4B30-996F-C6C649223193}">
      <dgm:prSet/>
      <dgm:spPr/>
      <dgm:t>
        <a:bodyPr/>
        <a:lstStyle/>
        <a:p>
          <a:r>
            <a:rPr lang="en-US" dirty="0">
              <a:latin typeface="Rockwell" panose="02060603020205020403" pitchFamily="18" charset="0"/>
            </a:rPr>
            <a:t>3- </a:t>
          </a:r>
        </a:p>
        <a:p>
          <a:r>
            <a:rPr lang="en-US" dirty="0">
              <a:latin typeface="Rockwell" panose="02060603020205020403" pitchFamily="18" charset="0"/>
            </a:rPr>
            <a:t>OFFICE SUPPLIES</a:t>
          </a:r>
        </a:p>
      </dgm:t>
    </dgm:pt>
    <dgm:pt modelId="{EB541371-10FF-4A54-9A9F-0DF409B1F9C2}" type="parTrans" cxnId="{C9E4539F-FEA7-4543-A675-4A7ED59D5E9A}">
      <dgm:prSet/>
      <dgm:spPr/>
      <dgm:t>
        <a:bodyPr/>
        <a:lstStyle/>
        <a:p>
          <a:endParaRPr lang="en-US"/>
        </a:p>
      </dgm:t>
    </dgm:pt>
    <dgm:pt modelId="{84ED0280-FED3-473C-9BC2-C3A4B7392DB5}" type="sibTrans" cxnId="{C9E4539F-FEA7-4543-A675-4A7ED59D5E9A}">
      <dgm:prSet/>
      <dgm:spPr/>
      <dgm:t>
        <a:bodyPr/>
        <a:lstStyle/>
        <a:p>
          <a:endParaRPr lang="en-US"/>
        </a:p>
      </dgm:t>
    </dgm:pt>
    <dgm:pt modelId="{741AD2F6-5822-49B2-B19C-22B7A1033B66}" type="pres">
      <dgm:prSet presAssocID="{B781F415-140B-48D5-A143-684FBDF137E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3BDA411-4DA0-49C5-BB4A-07B1D04FF01C}" type="pres">
      <dgm:prSet presAssocID="{B59BDFAB-3102-4DF0-9677-0BD848D9A1DA}" presName="root" presStyleCnt="0"/>
      <dgm:spPr/>
    </dgm:pt>
    <dgm:pt modelId="{0D47DE2B-37EF-48DF-89B7-0EF70DE7DF64}" type="pres">
      <dgm:prSet presAssocID="{B59BDFAB-3102-4DF0-9677-0BD848D9A1DA}" presName="rootComposite" presStyleCnt="0"/>
      <dgm:spPr/>
    </dgm:pt>
    <dgm:pt modelId="{CA677B42-3443-493D-83DA-6B72BB205F67}" type="pres">
      <dgm:prSet presAssocID="{B59BDFAB-3102-4DF0-9677-0BD848D9A1DA}" presName="rootText" presStyleLbl="node1" presStyleIdx="0" presStyleCnt="3"/>
      <dgm:spPr/>
    </dgm:pt>
    <dgm:pt modelId="{561DEA7F-3DFD-4F78-B045-EA9FCB8E4C0E}" type="pres">
      <dgm:prSet presAssocID="{B59BDFAB-3102-4DF0-9677-0BD848D9A1DA}" presName="rootConnector" presStyleLbl="node1" presStyleIdx="0" presStyleCnt="3"/>
      <dgm:spPr/>
    </dgm:pt>
    <dgm:pt modelId="{2B1672EA-2922-45C2-AA7A-32E8ABC115B3}" type="pres">
      <dgm:prSet presAssocID="{B59BDFAB-3102-4DF0-9677-0BD848D9A1DA}" presName="childShape" presStyleCnt="0"/>
      <dgm:spPr/>
    </dgm:pt>
    <dgm:pt modelId="{28EF6E77-C7DA-4E68-B07C-8361558BE10D}" type="pres">
      <dgm:prSet presAssocID="{23BD7FB5-7A1B-4BB9-94B7-621C67B54F87}" presName="root" presStyleCnt="0"/>
      <dgm:spPr/>
    </dgm:pt>
    <dgm:pt modelId="{D0230CA2-547C-47A1-95D7-B3A7A6B195DC}" type="pres">
      <dgm:prSet presAssocID="{23BD7FB5-7A1B-4BB9-94B7-621C67B54F87}" presName="rootComposite" presStyleCnt="0"/>
      <dgm:spPr/>
    </dgm:pt>
    <dgm:pt modelId="{E5777ABC-6A62-4D05-93F3-5C2BFE5C9CBB}" type="pres">
      <dgm:prSet presAssocID="{23BD7FB5-7A1B-4BB9-94B7-621C67B54F87}" presName="rootText" presStyleLbl="node1" presStyleIdx="1" presStyleCnt="3"/>
      <dgm:spPr/>
    </dgm:pt>
    <dgm:pt modelId="{60742389-D9B6-4745-9462-54277B22AC3C}" type="pres">
      <dgm:prSet presAssocID="{23BD7FB5-7A1B-4BB9-94B7-621C67B54F87}" presName="rootConnector" presStyleLbl="node1" presStyleIdx="1" presStyleCnt="3"/>
      <dgm:spPr/>
    </dgm:pt>
    <dgm:pt modelId="{230335CB-5805-45D6-AB7F-35A8B54A0DCE}" type="pres">
      <dgm:prSet presAssocID="{23BD7FB5-7A1B-4BB9-94B7-621C67B54F87}" presName="childShape" presStyleCnt="0"/>
      <dgm:spPr/>
    </dgm:pt>
    <dgm:pt modelId="{AAD05885-BD0D-4D77-A821-FE86D5BC9AFA}" type="pres">
      <dgm:prSet presAssocID="{3B0A6C31-FFFF-4B30-996F-C6C649223193}" presName="root" presStyleCnt="0"/>
      <dgm:spPr/>
    </dgm:pt>
    <dgm:pt modelId="{F13695D3-11AB-4F89-94C9-57487D3CE0E1}" type="pres">
      <dgm:prSet presAssocID="{3B0A6C31-FFFF-4B30-996F-C6C649223193}" presName="rootComposite" presStyleCnt="0"/>
      <dgm:spPr/>
    </dgm:pt>
    <dgm:pt modelId="{7A7A35E1-08B9-4555-978B-B9E16E950836}" type="pres">
      <dgm:prSet presAssocID="{3B0A6C31-FFFF-4B30-996F-C6C649223193}" presName="rootText" presStyleLbl="node1" presStyleIdx="2" presStyleCnt="3" custLinFactNeighborX="-9125" custLinFactNeighborY="2140"/>
      <dgm:spPr/>
    </dgm:pt>
    <dgm:pt modelId="{E8112858-D634-462C-9588-C18BDBC66E86}" type="pres">
      <dgm:prSet presAssocID="{3B0A6C31-FFFF-4B30-996F-C6C649223193}" presName="rootConnector" presStyleLbl="node1" presStyleIdx="2" presStyleCnt="3"/>
      <dgm:spPr/>
    </dgm:pt>
    <dgm:pt modelId="{700346D7-1DAC-4AB0-B6AB-196982C39481}" type="pres">
      <dgm:prSet presAssocID="{3B0A6C31-FFFF-4B30-996F-C6C649223193}" presName="childShape" presStyleCnt="0"/>
      <dgm:spPr/>
    </dgm:pt>
  </dgm:ptLst>
  <dgm:cxnLst>
    <dgm:cxn modelId="{98AF656D-7061-4C16-B5C0-29A3FDEEC2DB}" type="presOf" srcId="{23BD7FB5-7A1B-4BB9-94B7-621C67B54F87}" destId="{60742389-D9B6-4745-9462-54277B22AC3C}" srcOrd="1" destOrd="0" presId="urn:microsoft.com/office/officeart/2005/8/layout/hierarchy3"/>
    <dgm:cxn modelId="{D2C00D57-EA03-4C8A-A980-DDF2C28AF8E3}" type="presOf" srcId="{B59BDFAB-3102-4DF0-9677-0BD848D9A1DA}" destId="{561DEA7F-3DFD-4F78-B045-EA9FCB8E4C0E}" srcOrd="1" destOrd="0" presId="urn:microsoft.com/office/officeart/2005/8/layout/hierarchy3"/>
    <dgm:cxn modelId="{C61BC55A-244E-4D7D-BD13-80A0433C7F01}" type="presOf" srcId="{B781F415-140B-48D5-A143-684FBDF137EE}" destId="{741AD2F6-5822-49B2-B19C-22B7A1033B66}" srcOrd="0" destOrd="0" presId="urn:microsoft.com/office/officeart/2005/8/layout/hierarchy3"/>
    <dgm:cxn modelId="{D8CE107B-0A2E-4DCD-AD81-711EFFA79C58}" type="presOf" srcId="{3B0A6C31-FFFF-4B30-996F-C6C649223193}" destId="{7A7A35E1-08B9-4555-978B-B9E16E950836}" srcOrd="0" destOrd="0" presId="urn:microsoft.com/office/officeart/2005/8/layout/hierarchy3"/>
    <dgm:cxn modelId="{A21C867F-7D3E-41F2-BFBE-089C410A40EE}" type="presOf" srcId="{B59BDFAB-3102-4DF0-9677-0BD848D9A1DA}" destId="{CA677B42-3443-493D-83DA-6B72BB205F67}" srcOrd="0" destOrd="0" presId="urn:microsoft.com/office/officeart/2005/8/layout/hierarchy3"/>
    <dgm:cxn modelId="{573CCE92-DE1C-45A5-9712-A9FCDA6EB29A}" type="presOf" srcId="{3B0A6C31-FFFF-4B30-996F-C6C649223193}" destId="{E8112858-D634-462C-9588-C18BDBC66E86}" srcOrd="1" destOrd="0" presId="urn:microsoft.com/office/officeart/2005/8/layout/hierarchy3"/>
    <dgm:cxn modelId="{5827729F-D725-4A8E-A738-66E9FDC165D9}" srcId="{B781F415-140B-48D5-A143-684FBDF137EE}" destId="{B59BDFAB-3102-4DF0-9677-0BD848D9A1DA}" srcOrd="0" destOrd="0" parTransId="{ED3533C2-CDB9-4090-851C-BDFEABB0BBC7}" sibTransId="{CD4C0CCC-F521-459C-A4A0-329309BCFD74}"/>
    <dgm:cxn modelId="{C9E4539F-FEA7-4543-A675-4A7ED59D5E9A}" srcId="{B781F415-140B-48D5-A143-684FBDF137EE}" destId="{3B0A6C31-FFFF-4B30-996F-C6C649223193}" srcOrd="2" destOrd="0" parTransId="{EB541371-10FF-4A54-9A9F-0DF409B1F9C2}" sibTransId="{84ED0280-FED3-473C-9BC2-C3A4B7392DB5}"/>
    <dgm:cxn modelId="{451052B7-8B68-4ECB-ADAB-90137EB65682}" type="presOf" srcId="{23BD7FB5-7A1B-4BB9-94B7-621C67B54F87}" destId="{E5777ABC-6A62-4D05-93F3-5C2BFE5C9CBB}" srcOrd="0" destOrd="0" presId="urn:microsoft.com/office/officeart/2005/8/layout/hierarchy3"/>
    <dgm:cxn modelId="{345027FF-762C-45AC-B2CB-D072076EA7E5}" srcId="{B781F415-140B-48D5-A143-684FBDF137EE}" destId="{23BD7FB5-7A1B-4BB9-94B7-621C67B54F87}" srcOrd="1" destOrd="0" parTransId="{796D3EFD-12CE-4AD1-BBAB-F28830F71EF5}" sibTransId="{E9F895C7-95F1-4821-9E99-69AB1B361095}"/>
    <dgm:cxn modelId="{44CEF205-D276-4A5C-AC71-08EF8A20DCF8}" type="presParOf" srcId="{741AD2F6-5822-49B2-B19C-22B7A1033B66}" destId="{93BDA411-4DA0-49C5-BB4A-07B1D04FF01C}" srcOrd="0" destOrd="0" presId="urn:microsoft.com/office/officeart/2005/8/layout/hierarchy3"/>
    <dgm:cxn modelId="{05449525-509F-418A-AF6C-2A21AB4E5FC7}" type="presParOf" srcId="{93BDA411-4DA0-49C5-BB4A-07B1D04FF01C}" destId="{0D47DE2B-37EF-48DF-89B7-0EF70DE7DF64}" srcOrd="0" destOrd="0" presId="urn:microsoft.com/office/officeart/2005/8/layout/hierarchy3"/>
    <dgm:cxn modelId="{7D2080D5-79E9-4DFB-B873-B2BD6B3DC0A2}" type="presParOf" srcId="{0D47DE2B-37EF-48DF-89B7-0EF70DE7DF64}" destId="{CA677B42-3443-493D-83DA-6B72BB205F67}" srcOrd="0" destOrd="0" presId="urn:microsoft.com/office/officeart/2005/8/layout/hierarchy3"/>
    <dgm:cxn modelId="{CA0819D4-00D0-4009-A7E5-A325BE3010BC}" type="presParOf" srcId="{0D47DE2B-37EF-48DF-89B7-0EF70DE7DF64}" destId="{561DEA7F-3DFD-4F78-B045-EA9FCB8E4C0E}" srcOrd="1" destOrd="0" presId="urn:microsoft.com/office/officeart/2005/8/layout/hierarchy3"/>
    <dgm:cxn modelId="{8E9B56FD-6228-4196-8716-88DE5FA26845}" type="presParOf" srcId="{93BDA411-4DA0-49C5-BB4A-07B1D04FF01C}" destId="{2B1672EA-2922-45C2-AA7A-32E8ABC115B3}" srcOrd="1" destOrd="0" presId="urn:microsoft.com/office/officeart/2005/8/layout/hierarchy3"/>
    <dgm:cxn modelId="{BA771FA9-6C26-4509-B131-06215198E8B8}" type="presParOf" srcId="{741AD2F6-5822-49B2-B19C-22B7A1033B66}" destId="{28EF6E77-C7DA-4E68-B07C-8361558BE10D}" srcOrd="1" destOrd="0" presId="urn:microsoft.com/office/officeart/2005/8/layout/hierarchy3"/>
    <dgm:cxn modelId="{1189F4C3-4009-4A41-BF5F-E38D856BE1CF}" type="presParOf" srcId="{28EF6E77-C7DA-4E68-B07C-8361558BE10D}" destId="{D0230CA2-547C-47A1-95D7-B3A7A6B195DC}" srcOrd="0" destOrd="0" presId="urn:microsoft.com/office/officeart/2005/8/layout/hierarchy3"/>
    <dgm:cxn modelId="{7C68C13E-ACBB-4172-9FED-FCB1A0039A0F}" type="presParOf" srcId="{D0230CA2-547C-47A1-95D7-B3A7A6B195DC}" destId="{E5777ABC-6A62-4D05-93F3-5C2BFE5C9CBB}" srcOrd="0" destOrd="0" presId="urn:microsoft.com/office/officeart/2005/8/layout/hierarchy3"/>
    <dgm:cxn modelId="{1395D78A-38D0-478A-8980-F3C019F28DD1}" type="presParOf" srcId="{D0230CA2-547C-47A1-95D7-B3A7A6B195DC}" destId="{60742389-D9B6-4745-9462-54277B22AC3C}" srcOrd="1" destOrd="0" presId="urn:microsoft.com/office/officeart/2005/8/layout/hierarchy3"/>
    <dgm:cxn modelId="{D60AEF39-CA00-4945-A308-37A4DE280E72}" type="presParOf" srcId="{28EF6E77-C7DA-4E68-B07C-8361558BE10D}" destId="{230335CB-5805-45D6-AB7F-35A8B54A0DCE}" srcOrd="1" destOrd="0" presId="urn:microsoft.com/office/officeart/2005/8/layout/hierarchy3"/>
    <dgm:cxn modelId="{50AD8640-AF2F-4A57-B8A3-E505EDBCC773}" type="presParOf" srcId="{741AD2F6-5822-49B2-B19C-22B7A1033B66}" destId="{AAD05885-BD0D-4D77-A821-FE86D5BC9AFA}" srcOrd="2" destOrd="0" presId="urn:microsoft.com/office/officeart/2005/8/layout/hierarchy3"/>
    <dgm:cxn modelId="{A77F61A9-AF1F-42CF-96F2-6BA0D7297B43}" type="presParOf" srcId="{AAD05885-BD0D-4D77-A821-FE86D5BC9AFA}" destId="{F13695D3-11AB-4F89-94C9-57487D3CE0E1}" srcOrd="0" destOrd="0" presId="urn:microsoft.com/office/officeart/2005/8/layout/hierarchy3"/>
    <dgm:cxn modelId="{130799D6-3D7A-456F-8D43-2B717589637A}" type="presParOf" srcId="{F13695D3-11AB-4F89-94C9-57487D3CE0E1}" destId="{7A7A35E1-08B9-4555-978B-B9E16E950836}" srcOrd="0" destOrd="0" presId="urn:microsoft.com/office/officeart/2005/8/layout/hierarchy3"/>
    <dgm:cxn modelId="{280995CD-FB96-45D3-A5B4-48C2867334EA}" type="presParOf" srcId="{F13695D3-11AB-4F89-94C9-57487D3CE0E1}" destId="{E8112858-D634-462C-9588-C18BDBC66E86}" srcOrd="1" destOrd="0" presId="urn:microsoft.com/office/officeart/2005/8/layout/hierarchy3"/>
    <dgm:cxn modelId="{ADD40752-617F-4B94-AF24-636DE6DE9A75}" type="presParOf" srcId="{AAD05885-BD0D-4D77-A821-FE86D5BC9AFA}" destId="{700346D7-1DAC-4AB0-B6AB-196982C39481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81F415-140B-48D5-A143-684FBDF137EE}" type="doc">
      <dgm:prSet loTypeId="urn:microsoft.com/office/officeart/2005/8/layout/hierarchy3" loCatId="hierarchy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B59BDFAB-3102-4DF0-9677-0BD848D9A1DA}">
      <dgm:prSet custT="1"/>
      <dgm:spPr/>
      <dgm:t>
        <a:bodyPr/>
        <a:lstStyle/>
        <a:p>
          <a:pPr algn="l"/>
          <a:r>
            <a:rPr lang="en-US" sz="1600" dirty="0">
              <a:latin typeface="Rockwell" panose="02060603020205020403" pitchFamily="18" charset="0"/>
            </a:rPr>
            <a:t>1) ACCESSORIES</a:t>
          </a:r>
        </a:p>
        <a:p>
          <a:pPr algn="l"/>
          <a:r>
            <a:rPr lang="en-US" sz="1600" dirty="0">
              <a:latin typeface="Rockwell" panose="02060603020205020403" pitchFamily="18" charset="0"/>
            </a:rPr>
            <a:t>2) APPLIANCES </a:t>
          </a:r>
        </a:p>
        <a:p>
          <a:pPr algn="l"/>
          <a:r>
            <a:rPr lang="en-US" sz="1600" dirty="0">
              <a:latin typeface="Rockwell" panose="02060603020205020403" pitchFamily="18" charset="0"/>
            </a:rPr>
            <a:t>3) MACHINES </a:t>
          </a:r>
        </a:p>
        <a:p>
          <a:pPr algn="l"/>
          <a:r>
            <a:rPr lang="en-US" sz="1600" dirty="0">
              <a:latin typeface="Rockwell" panose="02060603020205020403" pitchFamily="18" charset="0"/>
            </a:rPr>
            <a:t>4) SUPPLIES</a:t>
          </a:r>
        </a:p>
        <a:p>
          <a:pPr algn="l"/>
          <a:r>
            <a:rPr lang="en-US" sz="1600" dirty="0">
              <a:latin typeface="Rockwell" panose="02060603020205020403" pitchFamily="18" charset="0"/>
            </a:rPr>
            <a:t>5) PHONES</a:t>
          </a:r>
          <a:endParaRPr lang="en-US" sz="1600" b="1" dirty="0">
            <a:latin typeface="Rockwell" panose="02060603020205020403" pitchFamily="18" charset="0"/>
          </a:endParaRPr>
        </a:p>
      </dgm:t>
    </dgm:pt>
    <dgm:pt modelId="{ED3533C2-CDB9-4090-851C-BDFEABB0BBC7}" type="parTrans" cxnId="{5827729F-D725-4A8E-A738-66E9FDC165D9}">
      <dgm:prSet/>
      <dgm:spPr/>
      <dgm:t>
        <a:bodyPr/>
        <a:lstStyle/>
        <a:p>
          <a:endParaRPr lang="en-US"/>
        </a:p>
      </dgm:t>
    </dgm:pt>
    <dgm:pt modelId="{CD4C0CCC-F521-459C-A4A0-329309BCFD74}" type="sibTrans" cxnId="{5827729F-D725-4A8E-A738-66E9FDC165D9}">
      <dgm:prSet/>
      <dgm:spPr/>
      <dgm:t>
        <a:bodyPr/>
        <a:lstStyle/>
        <a:p>
          <a:endParaRPr lang="en-US"/>
        </a:p>
      </dgm:t>
    </dgm:pt>
    <dgm:pt modelId="{23BD7FB5-7A1B-4BB9-94B7-621C67B54F87}">
      <dgm:prSet custT="1"/>
      <dgm:spPr/>
      <dgm:t>
        <a:bodyPr/>
        <a:lstStyle/>
        <a:p>
          <a:pPr algn="just"/>
          <a:r>
            <a:rPr lang="en-US" sz="1600" b="1" dirty="0">
              <a:latin typeface="Rockwell" panose="02060603020205020403" pitchFamily="18" charset="0"/>
            </a:rPr>
            <a:t>1) CHAIRS</a:t>
          </a:r>
        </a:p>
        <a:p>
          <a:pPr algn="just"/>
          <a:r>
            <a:rPr lang="en-US" sz="1600" b="1" dirty="0">
              <a:latin typeface="Rockwell" panose="02060603020205020403" pitchFamily="18" charset="0"/>
            </a:rPr>
            <a:t>2) TABLES</a:t>
          </a:r>
        </a:p>
        <a:p>
          <a:pPr algn="just"/>
          <a:r>
            <a:rPr lang="en-US" sz="1600" b="1" dirty="0">
              <a:latin typeface="Rockwell" panose="02060603020205020403" pitchFamily="18" charset="0"/>
            </a:rPr>
            <a:t>3) FURNISHING </a:t>
          </a:r>
        </a:p>
      </dgm:t>
    </dgm:pt>
    <dgm:pt modelId="{796D3EFD-12CE-4AD1-BBAB-F28830F71EF5}" type="parTrans" cxnId="{345027FF-762C-45AC-B2CB-D072076EA7E5}">
      <dgm:prSet/>
      <dgm:spPr/>
      <dgm:t>
        <a:bodyPr/>
        <a:lstStyle/>
        <a:p>
          <a:endParaRPr lang="en-US"/>
        </a:p>
      </dgm:t>
    </dgm:pt>
    <dgm:pt modelId="{E9F895C7-95F1-4821-9E99-69AB1B361095}" type="sibTrans" cxnId="{345027FF-762C-45AC-B2CB-D072076EA7E5}">
      <dgm:prSet/>
      <dgm:spPr/>
      <dgm:t>
        <a:bodyPr/>
        <a:lstStyle/>
        <a:p>
          <a:endParaRPr lang="en-US"/>
        </a:p>
      </dgm:t>
    </dgm:pt>
    <dgm:pt modelId="{3B0A6C31-FFFF-4B30-996F-C6C649223193}">
      <dgm:prSet custT="1"/>
      <dgm:spPr/>
      <dgm:t>
        <a:bodyPr/>
        <a:lstStyle/>
        <a:p>
          <a:pPr algn="l"/>
          <a:r>
            <a:rPr lang="en-US" sz="1600" dirty="0">
              <a:latin typeface="Rockwell" panose="02060603020205020403" pitchFamily="18" charset="0"/>
            </a:rPr>
            <a:t>1) ART </a:t>
          </a:r>
        </a:p>
        <a:p>
          <a:pPr algn="l"/>
          <a:r>
            <a:rPr lang="en-US" sz="1600" dirty="0">
              <a:latin typeface="Rockwell" panose="02060603020205020403" pitchFamily="18" charset="0"/>
            </a:rPr>
            <a:t>2) BOOKCASES</a:t>
          </a:r>
        </a:p>
        <a:p>
          <a:pPr algn="l"/>
          <a:r>
            <a:rPr lang="en-US" sz="1600" dirty="0">
              <a:latin typeface="Rockwell" panose="02060603020205020403" pitchFamily="18" charset="0"/>
            </a:rPr>
            <a:t>3) COPIERS</a:t>
          </a:r>
        </a:p>
        <a:p>
          <a:pPr algn="l"/>
          <a:r>
            <a:rPr lang="en-US" sz="1600" dirty="0">
              <a:latin typeface="Rockwell" panose="02060603020205020403" pitchFamily="18" charset="0"/>
            </a:rPr>
            <a:t>4) ENVELOPS</a:t>
          </a:r>
        </a:p>
        <a:p>
          <a:pPr algn="l"/>
          <a:r>
            <a:rPr lang="en-US" sz="1600" dirty="0">
              <a:latin typeface="Rockwell" panose="02060603020205020403" pitchFamily="18" charset="0"/>
            </a:rPr>
            <a:t>5) LABELS</a:t>
          </a:r>
        </a:p>
        <a:p>
          <a:pPr algn="l"/>
          <a:r>
            <a:rPr lang="en-US" sz="1600" dirty="0">
              <a:latin typeface="Rockwell" panose="02060603020205020403" pitchFamily="18" charset="0"/>
            </a:rPr>
            <a:t>6) PAPER</a:t>
          </a:r>
        </a:p>
        <a:p>
          <a:pPr algn="l"/>
          <a:r>
            <a:rPr lang="en-US" sz="1600" dirty="0">
              <a:latin typeface="Rockwell" panose="02060603020205020403" pitchFamily="18" charset="0"/>
            </a:rPr>
            <a:t>7) BINDERS</a:t>
          </a:r>
        </a:p>
        <a:p>
          <a:pPr algn="l"/>
          <a:r>
            <a:rPr lang="en-US" sz="1600" dirty="0">
              <a:latin typeface="Rockwell" panose="02060603020205020403" pitchFamily="18" charset="0"/>
            </a:rPr>
            <a:t>8) STORAGE </a:t>
          </a:r>
        </a:p>
      </dgm:t>
    </dgm:pt>
    <dgm:pt modelId="{EB541371-10FF-4A54-9A9F-0DF409B1F9C2}" type="parTrans" cxnId="{C9E4539F-FEA7-4543-A675-4A7ED59D5E9A}">
      <dgm:prSet/>
      <dgm:spPr/>
      <dgm:t>
        <a:bodyPr/>
        <a:lstStyle/>
        <a:p>
          <a:endParaRPr lang="en-US"/>
        </a:p>
      </dgm:t>
    </dgm:pt>
    <dgm:pt modelId="{84ED0280-FED3-473C-9BC2-C3A4B7392DB5}" type="sibTrans" cxnId="{C9E4539F-FEA7-4543-A675-4A7ED59D5E9A}">
      <dgm:prSet/>
      <dgm:spPr/>
      <dgm:t>
        <a:bodyPr/>
        <a:lstStyle/>
        <a:p>
          <a:endParaRPr lang="en-US"/>
        </a:p>
      </dgm:t>
    </dgm:pt>
    <dgm:pt modelId="{741AD2F6-5822-49B2-B19C-22B7A1033B66}" type="pres">
      <dgm:prSet presAssocID="{B781F415-140B-48D5-A143-684FBDF137E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3BDA411-4DA0-49C5-BB4A-07B1D04FF01C}" type="pres">
      <dgm:prSet presAssocID="{B59BDFAB-3102-4DF0-9677-0BD848D9A1DA}" presName="root" presStyleCnt="0"/>
      <dgm:spPr/>
    </dgm:pt>
    <dgm:pt modelId="{0D47DE2B-37EF-48DF-89B7-0EF70DE7DF64}" type="pres">
      <dgm:prSet presAssocID="{B59BDFAB-3102-4DF0-9677-0BD848D9A1DA}" presName="rootComposite" presStyleCnt="0"/>
      <dgm:spPr/>
    </dgm:pt>
    <dgm:pt modelId="{CA677B42-3443-493D-83DA-6B72BB205F67}" type="pres">
      <dgm:prSet presAssocID="{B59BDFAB-3102-4DF0-9677-0BD848D9A1DA}" presName="rootText" presStyleLbl="node1" presStyleIdx="0" presStyleCnt="3" custScaleX="95218" custScaleY="169339" custLinFactNeighborX="-10408" custLinFactNeighborY="5553"/>
      <dgm:spPr/>
    </dgm:pt>
    <dgm:pt modelId="{561DEA7F-3DFD-4F78-B045-EA9FCB8E4C0E}" type="pres">
      <dgm:prSet presAssocID="{B59BDFAB-3102-4DF0-9677-0BD848D9A1DA}" presName="rootConnector" presStyleLbl="node1" presStyleIdx="0" presStyleCnt="3"/>
      <dgm:spPr/>
    </dgm:pt>
    <dgm:pt modelId="{2B1672EA-2922-45C2-AA7A-32E8ABC115B3}" type="pres">
      <dgm:prSet presAssocID="{B59BDFAB-3102-4DF0-9677-0BD848D9A1DA}" presName="childShape" presStyleCnt="0"/>
      <dgm:spPr/>
    </dgm:pt>
    <dgm:pt modelId="{28EF6E77-C7DA-4E68-B07C-8361558BE10D}" type="pres">
      <dgm:prSet presAssocID="{23BD7FB5-7A1B-4BB9-94B7-621C67B54F87}" presName="root" presStyleCnt="0"/>
      <dgm:spPr/>
    </dgm:pt>
    <dgm:pt modelId="{D0230CA2-547C-47A1-95D7-B3A7A6B195DC}" type="pres">
      <dgm:prSet presAssocID="{23BD7FB5-7A1B-4BB9-94B7-621C67B54F87}" presName="rootComposite" presStyleCnt="0"/>
      <dgm:spPr/>
    </dgm:pt>
    <dgm:pt modelId="{E5777ABC-6A62-4D05-93F3-5C2BFE5C9CBB}" type="pres">
      <dgm:prSet presAssocID="{23BD7FB5-7A1B-4BB9-94B7-621C67B54F87}" presName="rootText" presStyleLbl="node1" presStyleIdx="1" presStyleCnt="3" custLinFactNeighborX="-6017" custLinFactNeighborY="5553"/>
      <dgm:spPr/>
    </dgm:pt>
    <dgm:pt modelId="{60742389-D9B6-4745-9462-54277B22AC3C}" type="pres">
      <dgm:prSet presAssocID="{23BD7FB5-7A1B-4BB9-94B7-621C67B54F87}" presName="rootConnector" presStyleLbl="node1" presStyleIdx="1" presStyleCnt="3"/>
      <dgm:spPr/>
    </dgm:pt>
    <dgm:pt modelId="{230335CB-5805-45D6-AB7F-35A8B54A0DCE}" type="pres">
      <dgm:prSet presAssocID="{23BD7FB5-7A1B-4BB9-94B7-621C67B54F87}" presName="childShape" presStyleCnt="0"/>
      <dgm:spPr/>
    </dgm:pt>
    <dgm:pt modelId="{AAD05885-BD0D-4D77-A821-FE86D5BC9AFA}" type="pres">
      <dgm:prSet presAssocID="{3B0A6C31-FFFF-4B30-996F-C6C649223193}" presName="root" presStyleCnt="0"/>
      <dgm:spPr/>
    </dgm:pt>
    <dgm:pt modelId="{F13695D3-11AB-4F89-94C9-57487D3CE0E1}" type="pres">
      <dgm:prSet presAssocID="{3B0A6C31-FFFF-4B30-996F-C6C649223193}" presName="rootComposite" presStyleCnt="0"/>
      <dgm:spPr/>
    </dgm:pt>
    <dgm:pt modelId="{7A7A35E1-08B9-4555-978B-B9E16E950836}" type="pres">
      <dgm:prSet presAssocID="{3B0A6C31-FFFF-4B30-996F-C6C649223193}" presName="rootText" presStyleLbl="node1" presStyleIdx="2" presStyleCnt="3" custScaleY="201429" custLinFactNeighborX="-9125" custLinFactNeighborY="2140"/>
      <dgm:spPr/>
    </dgm:pt>
    <dgm:pt modelId="{E8112858-D634-462C-9588-C18BDBC66E86}" type="pres">
      <dgm:prSet presAssocID="{3B0A6C31-FFFF-4B30-996F-C6C649223193}" presName="rootConnector" presStyleLbl="node1" presStyleIdx="2" presStyleCnt="3"/>
      <dgm:spPr/>
    </dgm:pt>
    <dgm:pt modelId="{700346D7-1DAC-4AB0-B6AB-196982C39481}" type="pres">
      <dgm:prSet presAssocID="{3B0A6C31-FFFF-4B30-996F-C6C649223193}" presName="childShape" presStyleCnt="0"/>
      <dgm:spPr/>
    </dgm:pt>
  </dgm:ptLst>
  <dgm:cxnLst>
    <dgm:cxn modelId="{98AF656D-7061-4C16-B5C0-29A3FDEEC2DB}" type="presOf" srcId="{23BD7FB5-7A1B-4BB9-94B7-621C67B54F87}" destId="{60742389-D9B6-4745-9462-54277B22AC3C}" srcOrd="1" destOrd="0" presId="urn:microsoft.com/office/officeart/2005/8/layout/hierarchy3"/>
    <dgm:cxn modelId="{D2C00D57-EA03-4C8A-A980-DDF2C28AF8E3}" type="presOf" srcId="{B59BDFAB-3102-4DF0-9677-0BD848D9A1DA}" destId="{561DEA7F-3DFD-4F78-B045-EA9FCB8E4C0E}" srcOrd="1" destOrd="0" presId="urn:microsoft.com/office/officeart/2005/8/layout/hierarchy3"/>
    <dgm:cxn modelId="{C61BC55A-244E-4D7D-BD13-80A0433C7F01}" type="presOf" srcId="{B781F415-140B-48D5-A143-684FBDF137EE}" destId="{741AD2F6-5822-49B2-B19C-22B7A1033B66}" srcOrd="0" destOrd="0" presId="urn:microsoft.com/office/officeart/2005/8/layout/hierarchy3"/>
    <dgm:cxn modelId="{D8CE107B-0A2E-4DCD-AD81-711EFFA79C58}" type="presOf" srcId="{3B0A6C31-FFFF-4B30-996F-C6C649223193}" destId="{7A7A35E1-08B9-4555-978B-B9E16E950836}" srcOrd="0" destOrd="0" presId="urn:microsoft.com/office/officeart/2005/8/layout/hierarchy3"/>
    <dgm:cxn modelId="{A21C867F-7D3E-41F2-BFBE-089C410A40EE}" type="presOf" srcId="{B59BDFAB-3102-4DF0-9677-0BD848D9A1DA}" destId="{CA677B42-3443-493D-83DA-6B72BB205F67}" srcOrd="0" destOrd="0" presId="urn:microsoft.com/office/officeart/2005/8/layout/hierarchy3"/>
    <dgm:cxn modelId="{573CCE92-DE1C-45A5-9712-A9FCDA6EB29A}" type="presOf" srcId="{3B0A6C31-FFFF-4B30-996F-C6C649223193}" destId="{E8112858-D634-462C-9588-C18BDBC66E86}" srcOrd="1" destOrd="0" presId="urn:microsoft.com/office/officeart/2005/8/layout/hierarchy3"/>
    <dgm:cxn modelId="{5827729F-D725-4A8E-A738-66E9FDC165D9}" srcId="{B781F415-140B-48D5-A143-684FBDF137EE}" destId="{B59BDFAB-3102-4DF0-9677-0BD848D9A1DA}" srcOrd="0" destOrd="0" parTransId="{ED3533C2-CDB9-4090-851C-BDFEABB0BBC7}" sibTransId="{CD4C0CCC-F521-459C-A4A0-329309BCFD74}"/>
    <dgm:cxn modelId="{C9E4539F-FEA7-4543-A675-4A7ED59D5E9A}" srcId="{B781F415-140B-48D5-A143-684FBDF137EE}" destId="{3B0A6C31-FFFF-4B30-996F-C6C649223193}" srcOrd="2" destOrd="0" parTransId="{EB541371-10FF-4A54-9A9F-0DF409B1F9C2}" sibTransId="{84ED0280-FED3-473C-9BC2-C3A4B7392DB5}"/>
    <dgm:cxn modelId="{451052B7-8B68-4ECB-ADAB-90137EB65682}" type="presOf" srcId="{23BD7FB5-7A1B-4BB9-94B7-621C67B54F87}" destId="{E5777ABC-6A62-4D05-93F3-5C2BFE5C9CBB}" srcOrd="0" destOrd="0" presId="urn:microsoft.com/office/officeart/2005/8/layout/hierarchy3"/>
    <dgm:cxn modelId="{345027FF-762C-45AC-B2CB-D072076EA7E5}" srcId="{B781F415-140B-48D5-A143-684FBDF137EE}" destId="{23BD7FB5-7A1B-4BB9-94B7-621C67B54F87}" srcOrd="1" destOrd="0" parTransId="{796D3EFD-12CE-4AD1-BBAB-F28830F71EF5}" sibTransId="{E9F895C7-95F1-4821-9E99-69AB1B361095}"/>
    <dgm:cxn modelId="{44CEF205-D276-4A5C-AC71-08EF8A20DCF8}" type="presParOf" srcId="{741AD2F6-5822-49B2-B19C-22B7A1033B66}" destId="{93BDA411-4DA0-49C5-BB4A-07B1D04FF01C}" srcOrd="0" destOrd="0" presId="urn:microsoft.com/office/officeart/2005/8/layout/hierarchy3"/>
    <dgm:cxn modelId="{05449525-509F-418A-AF6C-2A21AB4E5FC7}" type="presParOf" srcId="{93BDA411-4DA0-49C5-BB4A-07B1D04FF01C}" destId="{0D47DE2B-37EF-48DF-89B7-0EF70DE7DF64}" srcOrd="0" destOrd="0" presId="urn:microsoft.com/office/officeart/2005/8/layout/hierarchy3"/>
    <dgm:cxn modelId="{7D2080D5-79E9-4DFB-B873-B2BD6B3DC0A2}" type="presParOf" srcId="{0D47DE2B-37EF-48DF-89B7-0EF70DE7DF64}" destId="{CA677B42-3443-493D-83DA-6B72BB205F67}" srcOrd="0" destOrd="0" presId="urn:microsoft.com/office/officeart/2005/8/layout/hierarchy3"/>
    <dgm:cxn modelId="{CA0819D4-00D0-4009-A7E5-A325BE3010BC}" type="presParOf" srcId="{0D47DE2B-37EF-48DF-89B7-0EF70DE7DF64}" destId="{561DEA7F-3DFD-4F78-B045-EA9FCB8E4C0E}" srcOrd="1" destOrd="0" presId="urn:microsoft.com/office/officeart/2005/8/layout/hierarchy3"/>
    <dgm:cxn modelId="{8E9B56FD-6228-4196-8716-88DE5FA26845}" type="presParOf" srcId="{93BDA411-4DA0-49C5-BB4A-07B1D04FF01C}" destId="{2B1672EA-2922-45C2-AA7A-32E8ABC115B3}" srcOrd="1" destOrd="0" presId="urn:microsoft.com/office/officeart/2005/8/layout/hierarchy3"/>
    <dgm:cxn modelId="{BA771FA9-6C26-4509-B131-06215198E8B8}" type="presParOf" srcId="{741AD2F6-5822-49B2-B19C-22B7A1033B66}" destId="{28EF6E77-C7DA-4E68-B07C-8361558BE10D}" srcOrd="1" destOrd="0" presId="urn:microsoft.com/office/officeart/2005/8/layout/hierarchy3"/>
    <dgm:cxn modelId="{1189F4C3-4009-4A41-BF5F-E38D856BE1CF}" type="presParOf" srcId="{28EF6E77-C7DA-4E68-B07C-8361558BE10D}" destId="{D0230CA2-547C-47A1-95D7-B3A7A6B195DC}" srcOrd="0" destOrd="0" presId="urn:microsoft.com/office/officeart/2005/8/layout/hierarchy3"/>
    <dgm:cxn modelId="{7C68C13E-ACBB-4172-9FED-FCB1A0039A0F}" type="presParOf" srcId="{D0230CA2-547C-47A1-95D7-B3A7A6B195DC}" destId="{E5777ABC-6A62-4D05-93F3-5C2BFE5C9CBB}" srcOrd="0" destOrd="0" presId="urn:microsoft.com/office/officeart/2005/8/layout/hierarchy3"/>
    <dgm:cxn modelId="{1395D78A-38D0-478A-8980-F3C019F28DD1}" type="presParOf" srcId="{D0230CA2-547C-47A1-95D7-B3A7A6B195DC}" destId="{60742389-D9B6-4745-9462-54277B22AC3C}" srcOrd="1" destOrd="0" presId="urn:microsoft.com/office/officeart/2005/8/layout/hierarchy3"/>
    <dgm:cxn modelId="{D60AEF39-CA00-4945-A308-37A4DE280E72}" type="presParOf" srcId="{28EF6E77-C7DA-4E68-B07C-8361558BE10D}" destId="{230335CB-5805-45D6-AB7F-35A8B54A0DCE}" srcOrd="1" destOrd="0" presId="urn:microsoft.com/office/officeart/2005/8/layout/hierarchy3"/>
    <dgm:cxn modelId="{50AD8640-AF2F-4A57-B8A3-E505EDBCC773}" type="presParOf" srcId="{741AD2F6-5822-49B2-B19C-22B7A1033B66}" destId="{AAD05885-BD0D-4D77-A821-FE86D5BC9AFA}" srcOrd="2" destOrd="0" presId="urn:microsoft.com/office/officeart/2005/8/layout/hierarchy3"/>
    <dgm:cxn modelId="{A77F61A9-AF1F-42CF-96F2-6BA0D7297B43}" type="presParOf" srcId="{AAD05885-BD0D-4D77-A821-FE86D5BC9AFA}" destId="{F13695D3-11AB-4F89-94C9-57487D3CE0E1}" srcOrd="0" destOrd="0" presId="urn:microsoft.com/office/officeart/2005/8/layout/hierarchy3"/>
    <dgm:cxn modelId="{130799D6-3D7A-456F-8D43-2B717589637A}" type="presParOf" srcId="{F13695D3-11AB-4F89-94C9-57487D3CE0E1}" destId="{7A7A35E1-08B9-4555-978B-B9E16E950836}" srcOrd="0" destOrd="0" presId="urn:microsoft.com/office/officeart/2005/8/layout/hierarchy3"/>
    <dgm:cxn modelId="{280995CD-FB96-45D3-A5B4-48C2867334EA}" type="presParOf" srcId="{F13695D3-11AB-4F89-94C9-57487D3CE0E1}" destId="{E8112858-D634-462C-9588-C18BDBC66E86}" srcOrd="1" destOrd="0" presId="urn:microsoft.com/office/officeart/2005/8/layout/hierarchy3"/>
    <dgm:cxn modelId="{ADD40752-617F-4B94-AF24-636DE6DE9A75}" type="presParOf" srcId="{AAD05885-BD0D-4D77-A821-FE86D5BC9AFA}" destId="{700346D7-1DAC-4AB0-B6AB-196982C39481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81F415-140B-48D5-A143-684FBDF137EE}" type="doc">
      <dgm:prSet loTypeId="urn:microsoft.com/office/officeart/2005/8/layout/hierarchy3" loCatId="hierarchy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59BDFAB-3102-4DF0-9677-0BD848D9A1DA}">
      <dgm:prSet/>
      <dgm:spPr/>
      <dgm:t>
        <a:bodyPr/>
        <a:lstStyle/>
        <a:p>
          <a:r>
            <a:rPr lang="en-US" b="1" dirty="0">
              <a:latin typeface="Rockwell" panose="02060603020205020403" pitchFamily="18" charset="0"/>
            </a:rPr>
            <a:t>1- </a:t>
          </a:r>
        </a:p>
        <a:p>
          <a:r>
            <a:rPr lang="en-US" b="1" dirty="0">
              <a:latin typeface="Rockwell" panose="02060603020205020403" pitchFamily="18" charset="0"/>
            </a:rPr>
            <a:t>EAST</a:t>
          </a:r>
        </a:p>
      </dgm:t>
    </dgm:pt>
    <dgm:pt modelId="{ED3533C2-CDB9-4090-851C-BDFEABB0BBC7}" type="parTrans" cxnId="{5827729F-D725-4A8E-A738-66E9FDC165D9}">
      <dgm:prSet/>
      <dgm:spPr/>
      <dgm:t>
        <a:bodyPr/>
        <a:lstStyle/>
        <a:p>
          <a:endParaRPr lang="en-US"/>
        </a:p>
      </dgm:t>
    </dgm:pt>
    <dgm:pt modelId="{CD4C0CCC-F521-459C-A4A0-329309BCFD74}" type="sibTrans" cxnId="{5827729F-D725-4A8E-A738-66E9FDC165D9}">
      <dgm:prSet/>
      <dgm:spPr/>
      <dgm:t>
        <a:bodyPr/>
        <a:lstStyle/>
        <a:p>
          <a:endParaRPr lang="en-US"/>
        </a:p>
      </dgm:t>
    </dgm:pt>
    <dgm:pt modelId="{23BD7FB5-7A1B-4BB9-94B7-621C67B54F87}">
      <dgm:prSet/>
      <dgm:spPr/>
      <dgm:t>
        <a:bodyPr/>
        <a:lstStyle/>
        <a:p>
          <a:r>
            <a:rPr lang="en-US" b="1" dirty="0">
              <a:latin typeface="Rockwell" panose="02060603020205020403" pitchFamily="18" charset="0"/>
            </a:rPr>
            <a:t>2- </a:t>
          </a:r>
        </a:p>
        <a:p>
          <a:r>
            <a:rPr lang="en-US" b="1" dirty="0">
              <a:latin typeface="Rockwell" panose="02060603020205020403" pitchFamily="18" charset="0"/>
            </a:rPr>
            <a:t>WEST</a:t>
          </a:r>
        </a:p>
      </dgm:t>
    </dgm:pt>
    <dgm:pt modelId="{796D3EFD-12CE-4AD1-BBAB-F28830F71EF5}" type="parTrans" cxnId="{345027FF-762C-45AC-B2CB-D072076EA7E5}">
      <dgm:prSet/>
      <dgm:spPr/>
      <dgm:t>
        <a:bodyPr/>
        <a:lstStyle/>
        <a:p>
          <a:endParaRPr lang="en-US"/>
        </a:p>
      </dgm:t>
    </dgm:pt>
    <dgm:pt modelId="{E9F895C7-95F1-4821-9E99-69AB1B361095}" type="sibTrans" cxnId="{345027FF-762C-45AC-B2CB-D072076EA7E5}">
      <dgm:prSet/>
      <dgm:spPr/>
      <dgm:t>
        <a:bodyPr/>
        <a:lstStyle/>
        <a:p>
          <a:endParaRPr lang="en-US"/>
        </a:p>
      </dgm:t>
    </dgm:pt>
    <dgm:pt modelId="{3B0A6C31-FFFF-4B30-996F-C6C649223193}">
      <dgm:prSet/>
      <dgm:spPr/>
      <dgm:t>
        <a:bodyPr/>
        <a:lstStyle/>
        <a:p>
          <a:r>
            <a:rPr lang="en-US" dirty="0">
              <a:latin typeface="Rockwell" panose="02060603020205020403" pitchFamily="18" charset="0"/>
            </a:rPr>
            <a:t>4- </a:t>
          </a:r>
        </a:p>
        <a:p>
          <a:r>
            <a:rPr lang="en-US" dirty="0">
              <a:latin typeface="Rockwell" panose="02060603020205020403" pitchFamily="18" charset="0"/>
            </a:rPr>
            <a:t>SOUTH</a:t>
          </a:r>
        </a:p>
      </dgm:t>
    </dgm:pt>
    <dgm:pt modelId="{EB541371-10FF-4A54-9A9F-0DF409B1F9C2}" type="parTrans" cxnId="{C9E4539F-FEA7-4543-A675-4A7ED59D5E9A}">
      <dgm:prSet/>
      <dgm:spPr/>
      <dgm:t>
        <a:bodyPr/>
        <a:lstStyle/>
        <a:p>
          <a:endParaRPr lang="en-US"/>
        </a:p>
      </dgm:t>
    </dgm:pt>
    <dgm:pt modelId="{84ED0280-FED3-473C-9BC2-C3A4B7392DB5}" type="sibTrans" cxnId="{C9E4539F-FEA7-4543-A675-4A7ED59D5E9A}">
      <dgm:prSet/>
      <dgm:spPr/>
      <dgm:t>
        <a:bodyPr/>
        <a:lstStyle/>
        <a:p>
          <a:endParaRPr lang="en-US"/>
        </a:p>
      </dgm:t>
    </dgm:pt>
    <dgm:pt modelId="{462F812B-08EE-4FE8-AF73-4D039AA38AF5}">
      <dgm:prSet/>
      <dgm:spPr/>
      <dgm:t>
        <a:bodyPr/>
        <a:lstStyle/>
        <a:p>
          <a:r>
            <a:rPr lang="en-US" b="1" dirty="0">
              <a:latin typeface="Rockwell" panose="02060603020205020403" pitchFamily="18" charset="0"/>
            </a:rPr>
            <a:t>3- </a:t>
          </a:r>
        </a:p>
        <a:p>
          <a:r>
            <a:rPr lang="en-US" b="1" dirty="0">
              <a:latin typeface="Rockwell" panose="02060603020205020403" pitchFamily="18" charset="0"/>
            </a:rPr>
            <a:t>CENTRAL</a:t>
          </a:r>
        </a:p>
      </dgm:t>
    </dgm:pt>
    <dgm:pt modelId="{5CBD38AF-0384-48F4-8CFF-E4F7218C9814}" type="parTrans" cxnId="{F063C8C5-A3C7-42F0-925E-C77C31DDB875}">
      <dgm:prSet/>
      <dgm:spPr/>
      <dgm:t>
        <a:bodyPr/>
        <a:lstStyle/>
        <a:p>
          <a:endParaRPr lang="en-US"/>
        </a:p>
      </dgm:t>
    </dgm:pt>
    <dgm:pt modelId="{3834B0DE-AD49-428F-9396-2E512EC6CB06}" type="sibTrans" cxnId="{F063C8C5-A3C7-42F0-925E-C77C31DDB875}">
      <dgm:prSet/>
      <dgm:spPr/>
      <dgm:t>
        <a:bodyPr/>
        <a:lstStyle/>
        <a:p>
          <a:endParaRPr lang="en-US"/>
        </a:p>
      </dgm:t>
    </dgm:pt>
    <dgm:pt modelId="{741AD2F6-5822-49B2-B19C-22B7A1033B66}" type="pres">
      <dgm:prSet presAssocID="{B781F415-140B-48D5-A143-684FBDF137E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3BDA411-4DA0-49C5-BB4A-07B1D04FF01C}" type="pres">
      <dgm:prSet presAssocID="{B59BDFAB-3102-4DF0-9677-0BD848D9A1DA}" presName="root" presStyleCnt="0"/>
      <dgm:spPr/>
    </dgm:pt>
    <dgm:pt modelId="{0D47DE2B-37EF-48DF-89B7-0EF70DE7DF64}" type="pres">
      <dgm:prSet presAssocID="{B59BDFAB-3102-4DF0-9677-0BD848D9A1DA}" presName="rootComposite" presStyleCnt="0"/>
      <dgm:spPr/>
    </dgm:pt>
    <dgm:pt modelId="{CA677B42-3443-493D-83DA-6B72BB205F67}" type="pres">
      <dgm:prSet presAssocID="{B59BDFAB-3102-4DF0-9677-0BD848D9A1DA}" presName="rootText" presStyleLbl="node1" presStyleIdx="0" presStyleCnt="4"/>
      <dgm:spPr/>
    </dgm:pt>
    <dgm:pt modelId="{561DEA7F-3DFD-4F78-B045-EA9FCB8E4C0E}" type="pres">
      <dgm:prSet presAssocID="{B59BDFAB-3102-4DF0-9677-0BD848D9A1DA}" presName="rootConnector" presStyleLbl="node1" presStyleIdx="0" presStyleCnt="4"/>
      <dgm:spPr/>
    </dgm:pt>
    <dgm:pt modelId="{2B1672EA-2922-45C2-AA7A-32E8ABC115B3}" type="pres">
      <dgm:prSet presAssocID="{B59BDFAB-3102-4DF0-9677-0BD848D9A1DA}" presName="childShape" presStyleCnt="0"/>
      <dgm:spPr/>
    </dgm:pt>
    <dgm:pt modelId="{28EF6E77-C7DA-4E68-B07C-8361558BE10D}" type="pres">
      <dgm:prSet presAssocID="{23BD7FB5-7A1B-4BB9-94B7-621C67B54F87}" presName="root" presStyleCnt="0"/>
      <dgm:spPr/>
    </dgm:pt>
    <dgm:pt modelId="{D0230CA2-547C-47A1-95D7-B3A7A6B195DC}" type="pres">
      <dgm:prSet presAssocID="{23BD7FB5-7A1B-4BB9-94B7-621C67B54F87}" presName="rootComposite" presStyleCnt="0"/>
      <dgm:spPr/>
    </dgm:pt>
    <dgm:pt modelId="{E5777ABC-6A62-4D05-93F3-5C2BFE5C9CBB}" type="pres">
      <dgm:prSet presAssocID="{23BD7FB5-7A1B-4BB9-94B7-621C67B54F87}" presName="rootText" presStyleLbl="node1" presStyleIdx="1" presStyleCnt="4"/>
      <dgm:spPr/>
    </dgm:pt>
    <dgm:pt modelId="{60742389-D9B6-4745-9462-54277B22AC3C}" type="pres">
      <dgm:prSet presAssocID="{23BD7FB5-7A1B-4BB9-94B7-621C67B54F87}" presName="rootConnector" presStyleLbl="node1" presStyleIdx="1" presStyleCnt="4"/>
      <dgm:spPr/>
    </dgm:pt>
    <dgm:pt modelId="{230335CB-5805-45D6-AB7F-35A8B54A0DCE}" type="pres">
      <dgm:prSet presAssocID="{23BD7FB5-7A1B-4BB9-94B7-621C67B54F87}" presName="childShape" presStyleCnt="0"/>
      <dgm:spPr/>
    </dgm:pt>
    <dgm:pt modelId="{36965EF4-6CDA-49C0-B702-B6452AB7DE9E}" type="pres">
      <dgm:prSet presAssocID="{462F812B-08EE-4FE8-AF73-4D039AA38AF5}" presName="root" presStyleCnt="0"/>
      <dgm:spPr/>
    </dgm:pt>
    <dgm:pt modelId="{0197D78B-8C51-46CD-9C29-6DD002570E99}" type="pres">
      <dgm:prSet presAssocID="{462F812B-08EE-4FE8-AF73-4D039AA38AF5}" presName="rootComposite" presStyleCnt="0"/>
      <dgm:spPr/>
    </dgm:pt>
    <dgm:pt modelId="{C4CF508B-DD08-499C-BC66-CC75CC7C81C9}" type="pres">
      <dgm:prSet presAssocID="{462F812B-08EE-4FE8-AF73-4D039AA38AF5}" presName="rootText" presStyleLbl="node1" presStyleIdx="2" presStyleCnt="4"/>
      <dgm:spPr/>
    </dgm:pt>
    <dgm:pt modelId="{1CB78B11-811F-466F-8D17-40EE567D4879}" type="pres">
      <dgm:prSet presAssocID="{462F812B-08EE-4FE8-AF73-4D039AA38AF5}" presName="rootConnector" presStyleLbl="node1" presStyleIdx="2" presStyleCnt="4"/>
      <dgm:spPr/>
    </dgm:pt>
    <dgm:pt modelId="{BC0CF378-06A3-4023-B8A0-2125227FF865}" type="pres">
      <dgm:prSet presAssocID="{462F812B-08EE-4FE8-AF73-4D039AA38AF5}" presName="childShape" presStyleCnt="0"/>
      <dgm:spPr/>
    </dgm:pt>
    <dgm:pt modelId="{AAD05885-BD0D-4D77-A821-FE86D5BC9AFA}" type="pres">
      <dgm:prSet presAssocID="{3B0A6C31-FFFF-4B30-996F-C6C649223193}" presName="root" presStyleCnt="0"/>
      <dgm:spPr/>
    </dgm:pt>
    <dgm:pt modelId="{F13695D3-11AB-4F89-94C9-57487D3CE0E1}" type="pres">
      <dgm:prSet presAssocID="{3B0A6C31-FFFF-4B30-996F-C6C649223193}" presName="rootComposite" presStyleCnt="0"/>
      <dgm:spPr/>
    </dgm:pt>
    <dgm:pt modelId="{7A7A35E1-08B9-4555-978B-B9E16E950836}" type="pres">
      <dgm:prSet presAssocID="{3B0A6C31-FFFF-4B30-996F-C6C649223193}" presName="rootText" presStyleLbl="node1" presStyleIdx="3" presStyleCnt="4" custLinFactNeighborX="-9125" custLinFactNeighborY="2140"/>
      <dgm:spPr/>
    </dgm:pt>
    <dgm:pt modelId="{E8112858-D634-462C-9588-C18BDBC66E86}" type="pres">
      <dgm:prSet presAssocID="{3B0A6C31-FFFF-4B30-996F-C6C649223193}" presName="rootConnector" presStyleLbl="node1" presStyleIdx="3" presStyleCnt="4"/>
      <dgm:spPr/>
    </dgm:pt>
    <dgm:pt modelId="{700346D7-1DAC-4AB0-B6AB-196982C39481}" type="pres">
      <dgm:prSet presAssocID="{3B0A6C31-FFFF-4B30-996F-C6C649223193}" presName="childShape" presStyleCnt="0"/>
      <dgm:spPr/>
    </dgm:pt>
  </dgm:ptLst>
  <dgm:cxnLst>
    <dgm:cxn modelId="{98AF656D-7061-4C16-B5C0-29A3FDEEC2DB}" type="presOf" srcId="{23BD7FB5-7A1B-4BB9-94B7-621C67B54F87}" destId="{60742389-D9B6-4745-9462-54277B22AC3C}" srcOrd="1" destOrd="0" presId="urn:microsoft.com/office/officeart/2005/8/layout/hierarchy3"/>
    <dgm:cxn modelId="{D2C00D57-EA03-4C8A-A980-DDF2C28AF8E3}" type="presOf" srcId="{B59BDFAB-3102-4DF0-9677-0BD848D9A1DA}" destId="{561DEA7F-3DFD-4F78-B045-EA9FCB8E4C0E}" srcOrd="1" destOrd="0" presId="urn:microsoft.com/office/officeart/2005/8/layout/hierarchy3"/>
    <dgm:cxn modelId="{C61BC55A-244E-4D7D-BD13-80A0433C7F01}" type="presOf" srcId="{B781F415-140B-48D5-A143-684FBDF137EE}" destId="{741AD2F6-5822-49B2-B19C-22B7A1033B66}" srcOrd="0" destOrd="0" presId="urn:microsoft.com/office/officeart/2005/8/layout/hierarchy3"/>
    <dgm:cxn modelId="{D8CE107B-0A2E-4DCD-AD81-711EFFA79C58}" type="presOf" srcId="{3B0A6C31-FFFF-4B30-996F-C6C649223193}" destId="{7A7A35E1-08B9-4555-978B-B9E16E950836}" srcOrd="0" destOrd="0" presId="urn:microsoft.com/office/officeart/2005/8/layout/hierarchy3"/>
    <dgm:cxn modelId="{A21C867F-7D3E-41F2-BFBE-089C410A40EE}" type="presOf" srcId="{B59BDFAB-3102-4DF0-9677-0BD848D9A1DA}" destId="{CA677B42-3443-493D-83DA-6B72BB205F67}" srcOrd="0" destOrd="0" presId="urn:microsoft.com/office/officeart/2005/8/layout/hierarchy3"/>
    <dgm:cxn modelId="{A0E99983-AD2B-4719-815C-635821F4A594}" type="presOf" srcId="{462F812B-08EE-4FE8-AF73-4D039AA38AF5}" destId="{1CB78B11-811F-466F-8D17-40EE567D4879}" srcOrd="1" destOrd="0" presId="urn:microsoft.com/office/officeart/2005/8/layout/hierarchy3"/>
    <dgm:cxn modelId="{573CCE92-DE1C-45A5-9712-A9FCDA6EB29A}" type="presOf" srcId="{3B0A6C31-FFFF-4B30-996F-C6C649223193}" destId="{E8112858-D634-462C-9588-C18BDBC66E86}" srcOrd="1" destOrd="0" presId="urn:microsoft.com/office/officeart/2005/8/layout/hierarchy3"/>
    <dgm:cxn modelId="{7A69F49D-1600-47A8-B749-900087AF9F96}" type="presOf" srcId="{462F812B-08EE-4FE8-AF73-4D039AA38AF5}" destId="{C4CF508B-DD08-499C-BC66-CC75CC7C81C9}" srcOrd="0" destOrd="0" presId="urn:microsoft.com/office/officeart/2005/8/layout/hierarchy3"/>
    <dgm:cxn modelId="{5827729F-D725-4A8E-A738-66E9FDC165D9}" srcId="{B781F415-140B-48D5-A143-684FBDF137EE}" destId="{B59BDFAB-3102-4DF0-9677-0BD848D9A1DA}" srcOrd="0" destOrd="0" parTransId="{ED3533C2-CDB9-4090-851C-BDFEABB0BBC7}" sibTransId="{CD4C0CCC-F521-459C-A4A0-329309BCFD74}"/>
    <dgm:cxn modelId="{C9E4539F-FEA7-4543-A675-4A7ED59D5E9A}" srcId="{B781F415-140B-48D5-A143-684FBDF137EE}" destId="{3B0A6C31-FFFF-4B30-996F-C6C649223193}" srcOrd="3" destOrd="0" parTransId="{EB541371-10FF-4A54-9A9F-0DF409B1F9C2}" sibTransId="{84ED0280-FED3-473C-9BC2-C3A4B7392DB5}"/>
    <dgm:cxn modelId="{451052B7-8B68-4ECB-ADAB-90137EB65682}" type="presOf" srcId="{23BD7FB5-7A1B-4BB9-94B7-621C67B54F87}" destId="{E5777ABC-6A62-4D05-93F3-5C2BFE5C9CBB}" srcOrd="0" destOrd="0" presId="urn:microsoft.com/office/officeart/2005/8/layout/hierarchy3"/>
    <dgm:cxn modelId="{F063C8C5-A3C7-42F0-925E-C77C31DDB875}" srcId="{B781F415-140B-48D5-A143-684FBDF137EE}" destId="{462F812B-08EE-4FE8-AF73-4D039AA38AF5}" srcOrd="2" destOrd="0" parTransId="{5CBD38AF-0384-48F4-8CFF-E4F7218C9814}" sibTransId="{3834B0DE-AD49-428F-9396-2E512EC6CB06}"/>
    <dgm:cxn modelId="{345027FF-762C-45AC-B2CB-D072076EA7E5}" srcId="{B781F415-140B-48D5-A143-684FBDF137EE}" destId="{23BD7FB5-7A1B-4BB9-94B7-621C67B54F87}" srcOrd="1" destOrd="0" parTransId="{796D3EFD-12CE-4AD1-BBAB-F28830F71EF5}" sibTransId="{E9F895C7-95F1-4821-9E99-69AB1B361095}"/>
    <dgm:cxn modelId="{44CEF205-D276-4A5C-AC71-08EF8A20DCF8}" type="presParOf" srcId="{741AD2F6-5822-49B2-B19C-22B7A1033B66}" destId="{93BDA411-4DA0-49C5-BB4A-07B1D04FF01C}" srcOrd="0" destOrd="0" presId="urn:microsoft.com/office/officeart/2005/8/layout/hierarchy3"/>
    <dgm:cxn modelId="{05449525-509F-418A-AF6C-2A21AB4E5FC7}" type="presParOf" srcId="{93BDA411-4DA0-49C5-BB4A-07B1D04FF01C}" destId="{0D47DE2B-37EF-48DF-89B7-0EF70DE7DF64}" srcOrd="0" destOrd="0" presId="urn:microsoft.com/office/officeart/2005/8/layout/hierarchy3"/>
    <dgm:cxn modelId="{7D2080D5-79E9-4DFB-B873-B2BD6B3DC0A2}" type="presParOf" srcId="{0D47DE2B-37EF-48DF-89B7-0EF70DE7DF64}" destId="{CA677B42-3443-493D-83DA-6B72BB205F67}" srcOrd="0" destOrd="0" presId="urn:microsoft.com/office/officeart/2005/8/layout/hierarchy3"/>
    <dgm:cxn modelId="{CA0819D4-00D0-4009-A7E5-A325BE3010BC}" type="presParOf" srcId="{0D47DE2B-37EF-48DF-89B7-0EF70DE7DF64}" destId="{561DEA7F-3DFD-4F78-B045-EA9FCB8E4C0E}" srcOrd="1" destOrd="0" presId="urn:microsoft.com/office/officeart/2005/8/layout/hierarchy3"/>
    <dgm:cxn modelId="{8E9B56FD-6228-4196-8716-88DE5FA26845}" type="presParOf" srcId="{93BDA411-4DA0-49C5-BB4A-07B1D04FF01C}" destId="{2B1672EA-2922-45C2-AA7A-32E8ABC115B3}" srcOrd="1" destOrd="0" presId="urn:microsoft.com/office/officeart/2005/8/layout/hierarchy3"/>
    <dgm:cxn modelId="{BA771FA9-6C26-4509-B131-06215198E8B8}" type="presParOf" srcId="{741AD2F6-5822-49B2-B19C-22B7A1033B66}" destId="{28EF6E77-C7DA-4E68-B07C-8361558BE10D}" srcOrd="1" destOrd="0" presId="urn:microsoft.com/office/officeart/2005/8/layout/hierarchy3"/>
    <dgm:cxn modelId="{1189F4C3-4009-4A41-BF5F-E38D856BE1CF}" type="presParOf" srcId="{28EF6E77-C7DA-4E68-B07C-8361558BE10D}" destId="{D0230CA2-547C-47A1-95D7-B3A7A6B195DC}" srcOrd="0" destOrd="0" presId="urn:microsoft.com/office/officeart/2005/8/layout/hierarchy3"/>
    <dgm:cxn modelId="{7C68C13E-ACBB-4172-9FED-FCB1A0039A0F}" type="presParOf" srcId="{D0230CA2-547C-47A1-95D7-B3A7A6B195DC}" destId="{E5777ABC-6A62-4D05-93F3-5C2BFE5C9CBB}" srcOrd="0" destOrd="0" presId="urn:microsoft.com/office/officeart/2005/8/layout/hierarchy3"/>
    <dgm:cxn modelId="{1395D78A-38D0-478A-8980-F3C019F28DD1}" type="presParOf" srcId="{D0230CA2-547C-47A1-95D7-B3A7A6B195DC}" destId="{60742389-D9B6-4745-9462-54277B22AC3C}" srcOrd="1" destOrd="0" presId="urn:microsoft.com/office/officeart/2005/8/layout/hierarchy3"/>
    <dgm:cxn modelId="{D60AEF39-CA00-4945-A308-37A4DE280E72}" type="presParOf" srcId="{28EF6E77-C7DA-4E68-B07C-8361558BE10D}" destId="{230335CB-5805-45D6-AB7F-35A8B54A0DCE}" srcOrd="1" destOrd="0" presId="urn:microsoft.com/office/officeart/2005/8/layout/hierarchy3"/>
    <dgm:cxn modelId="{8D02FAD7-ECC7-486C-A8A8-7F04146FD81A}" type="presParOf" srcId="{741AD2F6-5822-49B2-B19C-22B7A1033B66}" destId="{36965EF4-6CDA-49C0-B702-B6452AB7DE9E}" srcOrd="2" destOrd="0" presId="urn:microsoft.com/office/officeart/2005/8/layout/hierarchy3"/>
    <dgm:cxn modelId="{27629613-4450-43C3-ABDA-442D18804860}" type="presParOf" srcId="{36965EF4-6CDA-49C0-B702-B6452AB7DE9E}" destId="{0197D78B-8C51-46CD-9C29-6DD002570E99}" srcOrd="0" destOrd="0" presId="urn:microsoft.com/office/officeart/2005/8/layout/hierarchy3"/>
    <dgm:cxn modelId="{47AACBD3-8AC0-4BDF-A581-8ABD73A2EB6F}" type="presParOf" srcId="{0197D78B-8C51-46CD-9C29-6DD002570E99}" destId="{C4CF508B-DD08-499C-BC66-CC75CC7C81C9}" srcOrd="0" destOrd="0" presId="urn:microsoft.com/office/officeart/2005/8/layout/hierarchy3"/>
    <dgm:cxn modelId="{DA5A7F5E-76A5-493B-B97F-50BFA014B573}" type="presParOf" srcId="{0197D78B-8C51-46CD-9C29-6DD002570E99}" destId="{1CB78B11-811F-466F-8D17-40EE567D4879}" srcOrd="1" destOrd="0" presId="urn:microsoft.com/office/officeart/2005/8/layout/hierarchy3"/>
    <dgm:cxn modelId="{4A9A9C64-8667-4692-BAD7-EA640810F371}" type="presParOf" srcId="{36965EF4-6CDA-49C0-B702-B6452AB7DE9E}" destId="{BC0CF378-06A3-4023-B8A0-2125227FF865}" srcOrd="1" destOrd="0" presId="urn:microsoft.com/office/officeart/2005/8/layout/hierarchy3"/>
    <dgm:cxn modelId="{50AD8640-AF2F-4A57-B8A3-E505EDBCC773}" type="presParOf" srcId="{741AD2F6-5822-49B2-B19C-22B7A1033B66}" destId="{AAD05885-BD0D-4D77-A821-FE86D5BC9AFA}" srcOrd="3" destOrd="0" presId="urn:microsoft.com/office/officeart/2005/8/layout/hierarchy3"/>
    <dgm:cxn modelId="{A77F61A9-AF1F-42CF-96F2-6BA0D7297B43}" type="presParOf" srcId="{AAD05885-BD0D-4D77-A821-FE86D5BC9AFA}" destId="{F13695D3-11AB-4F89-94C9-57487D3CE0E1}" srcOrd="0" destOrd="0" presId="urn:microsoft.com/office/officeart/2005/8/layout/hierarchy3"/>
    <dgm:cxn modelId="{130799D6-3D7A-456F-8D43-2B717589637A}" type="presParOf" srcId="{F13695D3-11AB-4F89-94C9-57487D3CE0E1}" destId="{7A7A35E1-08B9-4555-978B-B9E16E950836}" srcOrd="0" destOrd="0" presId="urn:microsoft.com/office/officeart/2005/8/layout/hierarchy3"/>
    <dgm:cxn modelId="{280995CD-FB96-45D3-A5B4-48C2867334EA}" type="presParOf" srcId="{F13695D3-11AB-4F89-94C9-57487D3CE0E1}" destId="{E8112858-D634-462C-9588-C18BDBC66E86}" srcOrd="1" destOrd="0" presId="urn:microsoft.com/office/officeart/2005/8/layout/hierarchy3"/>
    <dgm:cxn modelId="{ADD40752-617F-4B94-AF24-636DE6DE9A75}" type="presParOf" srcId="{AAD05885-BD0D-4D77-A821-FE86D5BC9AFA}" destId="{700346D7-1DAC-4AB0-B6AB-196982C39481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781F415-140B-48D5-A143-684FBDF137EE}" type="doc">
      <dgm:prSet loTypeId="urn:microsoft.com/office/officeart/2005/8/layout/hierarchy3" loCatId="hierarchy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59BDFAB-3102-4DF0-9677-0BD848D9A1DA}">
      <dgm:prSet/>
      <dgm:spPr/>
      <dgm:t>
        <a:bodyPr/>
        <a:lstStyle/>
        <a:p>
          <a:r>
            <a:rPr lang="en-US" dirty="0">
              <a:latin typeface="Rockwell" panose="02060603020205020403" pitchFamily="18" charset="0"/>
            </a:rPr>
            <a:t>FIRST CLASS</a:t>
          </a:r>
          <a:endParaRPr lang="en-US" b="1" dirty="0">
            <a:latin typeface="Rockwell" panose="02060603020205020403" pitchFamily="18" charset="0"/>
          </a:endParaRPr>
        </a:p>
      </dgm:t>
    </dgm:pt>
    <dgm:pt modelId="{ED3533C2-CDB9-4090-851C-BDFEABB0BBC7}" type="parTrans" cxnId="{5827729F-D725-4A8E-A738-66E9FDC165D9}">
      <dgm:prSet/>
      <dgm:spPr/>
      <dgm:t>
        <a:bodyPr/>
        <a:lstStyle/>
        <a:p>
          <a:endParaRPr lang="en-US"/>
        </a:p>
      </dgm:t>
    </dgm:pt>
    <dgm:pt modelId="{CD4C0CCC-F521-459C-A4A0-329309BCFD74}" type="sibTrans" cxnId="{5827729F-D725-4A8E-A738-66E9FDC165D9}">
      <dgm:prSet/>
      <dgm:spPr/>
      <dgm:t>
        <a:bodyPr/>
        <a:lstStyle/>
        <a:p>
          <a:endParaRPr lang="en-US"/>
        </a:p>
      </dgm:t>
    </dgm:pt>
    <dgm:pt modelId="{23BD7FB5-7A1B-4BB9-94B7-621C67B54F87}">
      <dgm:prSet/>
      <dgm:spPr/>
      <dgm:t>
        <a:bodyPr/>
        <a:lstStyle/>
        <a:p>
          <a:r>
            <a:rPr lang="en-US" dirty="0">
              <a:latin typeface="Rockwell" panose="02060603020205020403" pitchFamily="18" charset="0"/>
            </a:rPr>
            <a:t>SECOND CLASS</a:t>
          </a:r>
          <a:endParaRPr lang="en-US" b="1" dirty="0">
            <a:latin typeface="Rockwell" panose="02060603020205020403" pitchFamily="18" charset="0"/>
          </a:endParaRPr>
        </a:p>
      </dgm:t>
    </dgm:pt>
    <dgm:pt modelId="{796D3EFD-12CE-4AD1-BBAB-F28830F71EF5}" type="parTrans" cxnId="{345027FF-762C-45AC-B2CB-D072076EA7E5}">
      <dgm:prSet/>
      <dgm:spPr/>
      <dgm:t>
        <a:bodyPr/>
        <a:lstStyle/>
        <a:p>
          <a:endParaRPr lang="en-US"/>
        </a:p>
      </dgm:t>
    </dgm:pt>
    <dgm:pt modelId="{E9F895C7-95F1-4821-9E99-69AB1B361095}" type="sibTrans" cxnId="{345027FF-762C-45AC-B2CB-D072076EA7E5}">
      <dgm:prSet/>
      <dgm:spPr/>
      <dgm:t>
        <a:bodyPr/>
        <a:lstStyle/>
        <a:p>
          <a:endParaRPr lang="en-US"/>
        </a:p>
      </dgm:t>
    </dgm:pt>
    <dgm:pt modelId="{3B0A6C31-FFFF-4B30-996F-C6C649223193}">
      <dgm:prSet/>
      <dgm:spPr/>
      <dgm:t>
        <a:bodyPr/>
        <a:lstStyle/>
        <a:p>
          <a:r>
            <a:rPr lang="en-US" dirty="0">
              <a:latin typeface="Rockwell" panose="02060603020205020403" pitchFamily="18" charset="0"/>
            </a:rPr>
            <a:t>STANDARD CLASS</a:t>
          </a:r>
        </a:p>
      </dgm:t>
    </dgm:pt>
    <dgm:pt modelId="{EB541371-10FF-4A54-9A9F-0DF409B1F9C2}" type="parTrans" cxnId="{C9E4539F-FEA7-4543-A675-4A7ED59D5E9A}">
      <dgm:prSet/>
      <dgm:spPr/>
      <dgm:t>
        <a:bodyPr/>
        <a:lstStyle/>
        <a:p>
          <a:endParaRPr lang="en-US"/>
        </a:p>
      </dgm:t>
    </dgm:pt>
    <dgm:pt modelId="{84ED0280-FED3-473C-9BC2-C3A4B7392DB5}" type="sibTrans" cxnId="{C9E4539F-FEA7-4543-A675-4A7ED59D5E9A}">
      <dgm:prSet/>
      <dgm:spPr/>
      <dgm:t>
        <a:bodyPr/>
        <a:lstStyle/>
        <a:p>
          <a:endParaRPr lang="en-US"/>
        </a:p>
      </dgm:t>
    </dgm:pt>
    <dgm:pt modelId="{462F812B-08EE-4FE8-AF73-4D039AA38AF5}">
      <dgm:prSet/>
      <dgm:spPr/>
      <dgm:t>
        <a:bodyPr/>
        <a:lstStyle/>
        <a:p>
          <a:r>
            <a:rPr lang="en-US" dirty="0">
              <a:latin typeface="Rockwell" panose="02060603020205020403" pitchFamily="18" charset="0"/>
            </a:rPr>
            <a:t>SAME CLASS</a:t>
          </a:r>
          <a:endParaRPr lang="en-US" b="1" dirty="0">
            <a:latin typeface="Rockwell" panose="02060603020205020403" pitchFamily="18" charset="0"/>
          </a:endParaRPr>
        </a:p>
      </dgm:t>
    </dgm:pt>
    <dgm:pt modelId="{5CBD38AF-0384-48F4-8CFF-E4F7218C9814}" type="parTrans" cxnId="{F063C8C5-A3C7-42F0-925E-C77C31DDB875}">
      <dgm:prSet/>
      <dgm:spPr/>
      <dgm:t>
        <a:bodyPr/>
        <a:lstStyle/>
        <a:p>
          <a:endParaRPr lang="en-US"/>
        </a:p>
      </dgm:t>
    </dgm:pt>
    <dgm:pt modelId="{3834B0DE-AD49-428F-9396-2E512EC6CB06}" type="sibTrans" cxnId="{F063C8C5-A3C7-42F0-925E-C77C31DDB875}">
      <dgm:prSet/>
      <dgm:spPr/>
      <dgm:t>
        <a:bodyPr/>
        <a:lstStyle/>
        <a:p>
          <a:endParaRPr lang="en-US"/>
        </a:p>
      </dgm:t>
    </dgm:pt>
    <dgm:pt modelId="{741AD2F6-5822-49B2-B19C-22B7A1033B66}" type="pres">
      <dgm:prSet presAssocID="{B781F415-140B-48D5-A143-684FBDF137E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3BDA411-4DA0-49C5-BB4A-07B1D04FF01C}" type="pres">
      <dgm:prSet presAssocID="{B59BDFAB-3102-4DF0-9677-0BD848D9A1DA}" presName="root" presStyleCnt="0"/>
      <dgm:spPr/>
    </dgm:pt>
    <dgm:pt modelId="{0D47DE2B-37EF-48DF-89B7-0EF70DE7DF64}" type="pres">
      <dgm:prSet presAssocID="{B59BDFAB-3102-4DF0-9677-0BD848D9A1DA}" presName="rootComposite" presStyleCnt="0"/>
      <dgm:spPr/>
    </dgm:pt>
    <dgm:pt modelId="{CA677B42-3443-493D-83DA-6B72BB205F67}" type="pres">
      <dgm:prSet presAssocID="{B59BDFAB-3102-4DF0-9677-0BD848D9A1DA}" presName="rootText" presStyleLbl="node1" presStyleIdx="0" presStyleCnt="4"/>
      <dgm:spPr/>
    </dgm:pt>
    <dgm:pt modelId="{561DEA7F-3DFD-4F78-B045-EA9FCB8E4C0E}" type="pres">
      <dgm:prSet presAssocID="{B59BDFAB-3102-4DF0-9677-0BD848D9A1DA}" presName="rootConnector" presStyleLbl="node1" presStyleIdx="0" presStyleCnt="4"/>
      <dgm:spPr/>
    </dgm:pt>
    <dgm:pt modelId="{2B1672EA-2922-45C2-AA7A-32E8ABC115B3}" type="pres">
      <dgm:prSet presAssocID="{B59BDFAB-3102-4DF0-9677-0BD848D9A1DA}" presName="childShape" presStyleCnt="0"/>
      <dgm:spPr/>
    </dgm:pt>
    <dgm:pt modelId="{28EF6E77-C7DA-4E68-B07C-8361558BE10D}" type="pres">
      <dgm:prSet presAssocID="{23BD7FB5-7A1B-4BB9-94B7-621C67B54F87}" presName="root" presStyleCnt="0"/>
      <dgm:spPr/>
    </dgm:pt>
    <dgm:pt modelId="{D0230CA2-547C-47A1-95D7-B3A7A6B195DC}" type="pres">
      <dgm:prSet presAssocID="{23BD7FB5-7A1B-4BB9-94B7-621C67B54F87}" presName="rootComposite" presStyleCnt="0"/>
      <dgm:spPr/>
    </dgm:pt>
    <dgm:pt modelId="{E5777ABC-6A62-4D05-93F3-5C2BFE5C9CBB}" type="pres">
      <dgm:prSet presAssocID="{23BD7FB5-7A1B-4BB9-94B7-621C67B54F87}" presName="rootText" presStyleLbl="node1" presStyleIdx="1" presStyleCnt="4"/>
      <dgm:spPr/>
    </dgm:pt>
    <dgm:pt modelId="{60742389-D9B6-4745-9462-54277B22AC3C}" type="pres">
      <dgm:prSet presAssocID="{23BD7FB5-7A1B-4BB9-94B7-621C67B54F87}" presName="rootConnector" presStyleLbl="node1" presStyleIdx="1" presStyleCnt="4"/>
      <dgm:spPr/>
    </dgm:pt>
    <dgm:pt modelId="{230335CB-5805-45D6-AB7F-35A8B54A0DCE}" type="pres">
      <dgm:prSet presAssocID="{23BD7FB5-7A1B-4BB9-94B7-621C67B54F87}" presName="childShape" presStyleCnt="0"/>
      <dgm:spPr/>
    </dgm:pt>
    <dgm:pt modelId="{36965EF4-6CDA-49C0-B702-B6452AB7DE9E}" type="pres">
      <dgm:prSet presAssocID="{462F812B-08EE-4FE8-AF73-4D039AA38AF5}" presName="root" presStyleCnt="0"/>
      <dgm:spPr/>
    </dgm:pt>
    <dgm:pt modelId="{0197D78B-8C51-46CD-9C29-6DD002570E99}" type="pres">
      <dgm:prSet presAssocID="{462F812B-08EE-4FE8-AF73-4D039AA38AF5}" presName="rootComposite" presStyleCnt="0"/>
      <dgm:spPr/>
    </dgm:pt>
    <dgm:pt modelId="{C4CF508B-DD08-499C-BC66-CC75CC7C81C9}" type="pres">
      <dgm:prSet presAssocID="{462F812B-08EE-4FE8-AF73-4D039AA38AF5}" presName="rootText" presStyleLbl="node1" presStyleIdx="2" presStyleCnt="4"/>
      <dgm:spPr/>
    </dgm:pt>
    <dgm:pt modelId="{1CB78B11-811F-466F-8D17-40EE567D4879}" type="pres">
      <dgm:prSet presAssocID="{462F812B-08EE-4FE8-AF73-4D039AA38AF5}" presName="rootConnector" presStyleLbl="node1" presStyleIdx="2" presStyleCnt="4"/>
      <dgm:spPr/>
    </dgm:pt>
    <dgm:pt modelId="{BC0CF378-06A3-4023-B8A0-2125227FF865}" type="pres">
      <dgm:prSet presAssocID="{462F812B-08EE-4FE8-AF73-4D039AA38AF5}" presName="childShape" presStyleCnt="0"/>
      <dgm:spPr/>
    </dgm:pt>
    <dgm:pt modelId="{AAD05885-BD0D-4D77-A821-FE86D5BC9AFA}" type="pres">
      <dgm:prSet presAssocID="{3B0A6C31-FFFF-4B30-996F-C6C649223193}" presName="root" presStyleCnt="0"/>
      <dgm:spPr/>
    </dgm:pt>
    <dgm:pt modelId="{F13695D3-11AB-4F89-94C9-57487D3CE0E1}" type="pres">
      <dgm:prSet presAssocID="{3B0A6C31-FFFF-4B30-996F-C6C649223193}" presName="rootComposite" presStyleCnt="0"/>
      <dgm:spPr/>
    </dgm:pt>
    <dgm:pt modelId="{7A7A35E1-08B9-4555-978B-B9E16E950836}" type="pres">
      <dgm:prSet presAssocID="{3B0A6C31-FFFF-4B30-996F-C6C649223193}" presName="rootText" presStyleLbl="node1" presStyleIdx="3" presStyleCnt="4" custLinFactNeighborX="-9125" custLinFactNeighborY="2140"/>
      <dgm:spPr/>
    </dgm:pt>
    <dgm:pt modelId="{E8112858-D634-462C-9588-C18BDBC66E86}" type="pres">
      <dgm:prSet presAssocID="{3B0A6C31-FFFF-4B30-996F-C6C649223193}" presName="rootConnector" presStyleLbl="node1" presStyleIdx="3" presStyleCnt="4"/>
      <dgm:spPr/>
    </dgm:pt>
    <dgm:pt modelId="{700346D7-1DAC-4AB0-B6AB-196982C39481}" type="pres">
      <dgm:prSet presAssocID="{3B0A6C31-FFFF-4B30-996F-C6C649223193}" presName="childShape" presStyleCnt="0"/>
      <dgm:spPr/>
    </dgm:pt>
  </dgm:ptLst>
  <dgm:cxnLst>
    <dgm:cxn modelId="{98AF656D-7061-4C16-B5C0-29A3FDEEC2DB}" type="presOf" srcId="{23BD7FB5-7A1B-4BB9-94B7-621C67B54F87}" destId="{60742389-D9B6-4745-9462-54277B22AC3C}" srcOrd="1" destOrd="0" presId="urn:microsoft.com/office/officeart/2005/8/layout/hierarchy3"/>
    <dgm:cxn modelId="{D2C00D57-EA03-4C8A-A980-DDF2C28AF8E3}" type="presOf" srcId="{B59BDFAB-3102-4DF0-9677-0BD848D9A1DA}" destId="{561DEA7F-3DFD-4F78-B045-EA9FCB8E4C0E}" srcOrd="1" destOrd="0" presId="urn:microsoft.com/office/officeart/2005/8/layout/hierarchy3"/>
    <dgm:cxn modelId="{C61BC55A-244E-4D7D-BD13-80A0433C7F01}" type="presOf" srcId="{B781F415-140B-48D5-A143-684FBDF137EE}" destId="{741AD2F6-5822-49B2-B19C-22B7A1033B66}" srcOrd="0" destOrd="0" presId="urn:microsoft.com/office/officeart/2005/8/layout/hierarchy3"/>
    <dgm:cxn modelId="{D8CE107B-0A2E-4DCD-AD81-711EFFA79C58}" type="presOf" srcId="{3B0A6C31-FFFF-4B30-996F-C6C649223193}" destId="{7A7A35E1-08B9-4555-978B-B9E16E950836}" srcOrd="0" destOrd="0" presId="urn:microsoft.com/office/officeart/2005/8/layout/hierarchy3"/>
    <dgm:cxn modelId="{A21C867F-7D3E-41F2-BFBE-089C410A40EE}" type="presOf" srcId="{B59BDFAB-3102-4DF0-9677-0BD848D9A1DA}" destId="{CA677B42-3443-493D-83DA-6B72BB205F67}" srcOrd="0" destOrd="0" presId="urn:microsoft.com/office/officeart/2005/8/layout/hierarchy3"/>
    <dgm:cxn modelId="{A0E99983-AD2B-4719-815C-635821F4A594}" type="presOf" srcId="{462F812B-08EE-4FE8-AF73-4D039AA38AF5}" destId="{1CB78B11-811F-466F-8D17-40EE567D4879}" srcOrd="1" destOrd="0" presId="urn:microsoft.com/office/officeart/2005/8/layout/hierarchy3"/>
    <dgm:cxn modelId="{573CCE92-DE1C-45A5-9712-A9FCDA6EB29A}" type="presOf" srcId="{3B0A6C31-FFFF-4B30-996F-C6C649223193}" destId="{E8112858-D634-462C-9588-C18BDBC66E86}" srcOrd="1" destOrd="0" presId="urn:microsoft.com/office/officeart/2005/8/layout/hierarchy3"/>
    <dgm:cxn modelId="{7A69F49D-1600-47A8-B749-900087AF9F96}" type="presOf" srcId="{462F812B-08EE-4FE8-AF73-4D039AA38AF5}" destId="{C4CF508B-DD08-499C-BC66-CC75CC7C81C9}" srcOrd="0" destOrd="0" presId="urn:microsoft.com/office/officeart/2005/8/layout/hierarchy3"/>
    <dgm:cxn modelId="{5827729F-D725-4A8E-A738-66E9FDC165D9}" srcId="{B781F415-140B-48D5-A143-684FBDF137EE}" destId="{B59BDFAB-3102-4DF0-9677-0BD848D9A1DA}" srcOrd="0" destOrd="0" parTransId="{ED3533C2-CDB9-4090-851C-BDFEABB0BBC7}" sibTransId="{CD4C0CCC-F521-459C-A4A0-329309BCFD74}"/>
    <dgm:cxn modelId="{C9E4539F-FEA7-4543-A675-4A7ED59D5E9A}" srcId="{B781F415-140B-48D5-A143-684FBDF137EE}" destId="{3B0A6C31-FFFF-4B30-996F-C6C649223193}" srcOrd="3" destOrd="0" parTransId="{EB541371-10FF-4A54-9A9F-0DF409B1F9C2}" sibTransId="{84ED0280-FED3-473C-9BC2-C3A4B7392DB5}"/>
    <dgm:cxn modelId="{451052B7-8B68-4ECB-ADAB-90137EB65682}" type="presOf" srcId="{23BD7FB5-7A1B-4BB9-94B7-621C67B54F87}" destId="{E5777ABC-6A62-4D05-93F3-5C2BFE5C9CBB}" srcOrd="0" destOrd="0" presId="urn:microsoft.com/office/officeart/2005/8/layout/hierarchy3"/>
    <dgm:cxn modelId="{F063C8C5-A3C7-42F0-925E-C77C31DDB875}" srcId="{B781F415-140B-48D5-A143-684FBDF137EE}" destId="{462F812B-08EE-4FE8-AF73-4D039AA38AF5}" srcOrd="2" destOrd="0" parTransId="{5CBD38AF-0384-48F4-8CFF-E4F7218C9814}" sibTransId="{3834B0DE-AD49-428F-9396-2E512EC6CB06}"/>
    <dgm:cxn modelId="{345027FF-762C-45AC-B2CB-D072076EA7E5}" srcId="{B781F415-140B-48D5-A143-684FBDF137EE}" destId="{23BD7FB5-7A1B-4BB9-94B7-621C67B54F87}" srcOrd="1" destOrd="0" parTransId="{796D3EFD-12CE-4AD1-BBAB-F28830F71EF5}" sibTransId="{E9F895C7-95F1-4821-9E99-69AB1B361095}"/>
    <dgm:cxn modelId="{44CEF205-D276-4A5C-AC71-08EF8A20DCF8}" type="presParOf" srcId="{741AD2F6-5822-49B2-B19C-22B7A1033B66}" destId="{93BDA411-4DA0-49C5-BB4A-07B1D04FF01C}" srcOrd="0" destOrd="0" presId="urn:microsoft.com/office/officeart/2005/8/layout/hierarchy3"/>
    <dgm:cxn modelId="{05449525-509F-418A-AF6C-2A21AB4E5FC7}" type="presParOf" srcId="{93BDA411-4DA0-49C5-BB4A-07B1D04FF01C}" destId="{0D47DE2B-37EF-48DF-89B7-0EF70DE7DF64}" srcOrd="0" destOrd="0" presId="urn:microsoft.com/office/officeart/2005/8/layout/hierarchy3"/>
    <dgm:cxn modelId="{7D2080D5-79E9-4DFB-B873-B2BD6B3DC0A2}" type="presParOf" srcId="{0D47DE2B-37EF-48DF-89B7-0EF70DE7DF64}" destId="{CA677B42-3443-493D-83DA-6B72BB205F67}" srcOrd="0" destOrd="0" presId="urn:microsoft.com/office/officeart/2005/8/layout/hierarchy3"/>
    <dgm:cxn modelId="{CA0819D4-00D0-4009-A7E5-A325BE3010BC}" type="presParOf" srcId="{0D47DE2B-37EF-48DF-89B7-0EF70DE7DF64}" destId="{561DEA7F-3DFD-4F78-B045-EA9FCB8E4C0E}" srcOrd="1" destOrd="0" presId="urn:microsoft.com/office/officeart/2005/8/layout/hierarchy3"/>
    <dgm:cxn modelId="{8E9B56FD-6228-4196-8716-88DE5FA26845}" type="presParOf" srcId="{93BDA411-4DA0-49C5-BB4A-07B1D04FF01C}" destId="{2B1672EA-2922-45C2-AA7A-32E8ABC115B3}" srcOrd="1" destOrd="0" presId="urn:microsoft.com/office/officeart/2005/8/layout/hierarchy3"/>
    <dgm:cxn modelId="{BA771FA9-6C26-4509-B131-06215198E8B8}" type="presParOf" srcId="{741AD2F6-5822-49B2-B19C-22B7A1033B66}" destId="{28EF6E77-C7DA-4E68-B07C-8361558BE10D}" srcOrd="1" destOrd="0" presId="urn:microsoft.com/office/officeart/2005/8/layout/hierarchy3"/>
    <dgm:cxn modelId="{1189F4C3-4009-4A41-BF5F-E38D856BE1CF}" type="presParOf" srcId="{28EF6E77-C7DA-4E68-B07C-8361558BE10D}" destId="{D0230CA2-547C-47A1-95D7-B3A7A6B195DC}" srcOrd="0" destOrd="0" presId="urn:microsoft.com/office/officeart/2005/8/layout/hierarchy3"/>
    <dgm:cxn modelId="{7C68C13E-ACBB-4172-9FED-FCB1A0039A0F}" type="presParOf" srcId="{D0230CA2-547C-47A1-95D7-B3A7A6B195DC}" destId="{E5777ABC-6A62-4D05-93F3-5C2BFE5C9CBB}" srcOrd="0" destOrd="0" presId="urn:microsoft.com/office/officeart/2005/8/layout/hierarchy3"/>
    <dgm:cxn modelId="{1395D78A-38D0-478A-8980-F3C019F28DD1}" type="presParOf" srcId="{D0230CA2-547C-47A1-95D7-B3A7A6B195DC}" destId="{60742389-D9B6-4745-9462-54277B22AC3C}" srcOrd="1" destOrd="0" presId="urn:microsoft.com/office/officeart/2005/8/layout/hierarchy3"/>
    <dgm:cxn modelId="{D60AEF39-CA00-4945-A308-37A4DE280E72}" type="presParOf" srcId="{28EF6E77-C7DA-4E68-B07C-8361558BE10D}" destId="{230335CB-5805-45D6-AB7F-35A8B54A0DCE}" srcOrd="1" destOrd="0" presId="urn:microsoft.com/office/officeart/2005/8/layout/hierarchy3"/>
    <dgm:cxn modelId="{8D02FAD7-ECC7-486C-A8A8-7F04146FD81A}" type="presParOf" srcId="{741AD2F6-5822-49B2-B19C-22B7A1033B66}" destId="{36965EF4-6CDA-49C0-B702-B6452AB7DE9E}" srcOrd="2" destOrd="0" presId="urn:microsoft.com/office/officeart/2005/8/layout/hierarchy3"/>
    <dgm:cxn modelId="{27629613-4450-43C3-ABDA-442D18804860}" type="presParOf" srcId="{36965EF4-6CDA-49C0-B702-B6452AB7DE9E}" destId="{0197D78B-8C51-46CD-9C29-6DD002570E99}" srcOrd="0" destOrd="0" presId="urn:microsoft.com/office/officeart/2005/8/layout/hierarchy3"/>
    <dgm:cxn modelId="{47AACBD3-8AC0-4BDF-A581-8ABD73A2EB6F}" type="presParOf" srcId="{0197D78B-8C51-46CD-9C29-6DD002570E99}" destId="{C4CF508B-DD08-499C-BC66-CC75CC7C81C9}" srcOrd="0" destOrd="0" presId="urn:microsoft.com/office/officeart/2005/8/layout/hierarchy3"/>
    <dgm:cxn modelId="{DA5A7F5E-76A5-493B-B97F-50BFA014B573}" type="presParOf" srcId="{0197D78B-8C51-46CD-9C29-6DD002570E99}" destId="{1CB78B11-811F-466F-8D17-40EE567D4879}" srcOrd="1" destOrd="0" presId="urn:microsoft.com/office/officeart/2005/8/layout/hierarchy3"/>
    <dgm:cxn modelId="{4A9A9C64-8667-4692-BAD7-EA640810F371}" type="presParOf" srcId="{36965EF4-6CDA-49C0-B702-B6452AB7DE9E}" destId="{BC0CF378-06A3-4023-B8A0-2125227FF865}" srcOrd="1" destOrd="0" presId="urn:microsoft.com/office/officeart/2005/8/layout/hierarchy3"/>
    <dgm:cxn modelId="{50AD8640-AF2F-4A57-B8A3-E505EDBCC773}" type="presParOf" srcId="{741AD2F6-5822-49B2-B19C-22B7A1033B66}" destId="{AAD05885-BD0D-4D77-A821-FE86D5BC9AFA}" srcOrd="3" destOrd="0" presId="urn:microsoft.com/office/officeart/2005/8/layout/hierarchy3"/>
    <dgm:cxn modelId="{A77F61A9-AF1F-42CF-96F2-6BA0D7297B43}" type="presParOf" srcId="{AAD05885-BD0D-4D77-A821-FE86D5BC9AFA}" destId="{F13695D3-11AB-4F89-94C9-57487D3CE0E1}" srcOrd="0" destOrd="0" presId="urn:microsoft.com/office/officeart/2005/8/layout/hierarchy3"/>
    <dgm:cxn modelId="{130799D6-3D7A-456F-8D43-2B717589637A}" type="presParOf" srcId="{F13695D3-11AB-4F89-94C9-57487D3CE0E1}" destId="{7A7A35E1-08B9-4555-978B-B9E16E950836}" srcOrd="0" destOrd="0" presId="urn:microsoft.com/office/officeart/2005/8/layout/hierarchy3"/>
    <dgm:cxn modelId="{280995CD-FB96-45D3-A5B4-48C2867334EA}" type="presParOf" srcId="{F13695D3-11AB-4F89-94C9-57487D3CE0E1}" destId="{E8112858-D634-462C-9588-C18BDBC66E86}" srcOrd="1" destOrd="0" presId="urn:microsoft.com/office/officeart/2005/8/layout/hierarchy3"/>
    <dgm:cxn modelId="{ADD40752-617F-4B94-AF24-636DE6DE9A75}" type="presParOf" srcId="{AAD05885-BD0D-4D77-A821-FE86D5BC9AFA}" destId="{700346D7-1DAC-4AB0-B6AB-196982C39481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781F415-140B-48D5-A143-684FBDF137EE}" type="doc">
      <dgm:prSet loTypeId="urn:microsoft.com/office/officeart/2005/8/layout/hierarchy3" loCatId="hierarchy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59BDFAB-3102-4DF0-9677-0BD848D9A1DA}">
      <dgm:prSet/>
      <dgm:spPr/>
      <dgm:t>
        <a:bodyPr/>
        <a:lstStyle/>
        <a:p>
          <a:r>
            <a:rPr lang="en-US" b="1" dirty="0">
              <a:latin typeface="Rockwell" panose="02060603020205020403" pitchFamily="18" charset="0"/>
            </a:rPr>
            <a:t>ORDER ID, ORDER DATE</a:t>
          </a:r>
        </a:p>
      </dgm:t>
    </dgm:pt>
    <dgm:pt modelId="{ED3533C2-CDB9-4090-851C-BDFEABB0BBC7}" type="parTrans" cxnId="{5827729F-D725-4A8E-A738-66E9FDC165D9}">
      <dgm:prSet/>
      <dgm:spPr/>
      <dgm:t>
        <a:bodyPr/>
        <a:lstStyle/>
        <a:p>
          <a:endParaRPr lang="en-US"/>
        </a:p>
      </dgm:t>
    </dgm:pt>
    <dgm:pt modelId="{CD4C0CCC-F521-459C-A4A0-329309BCFD74}" type="sibTrans" cxnId="{5827729F-D725-4A8E-A738-66E9FDC165D9}">
      <dgm:prSet/>
      <dgm:spPr/>
      <dgm:t>
        <a:bodyPr/>
        <a:lstStyle/>
        <a:p>
          <a:endParaRPr lang="en-US"/>
        </a:p>
      </dgm:t>
    </dgm:pt>
    <dgm:pt modelId="{23BD7FB5-7A1B-4BB9-94B7-621C67B54F87}">
      <dgm:prSet/>
      <dgm:spPr/>
      <dgm:t>
        <a:bodyPr/>
        <a:lstStyle/>
        <a:p>
          <a:r>
            <a:rPr lang="en-US" b="1" dirty="0">
              <a:latin typeface="Rockwell" panose="02060603020205020403" pitchFamily="18" charset="0"/>
            </a:rPr>
            <a:t>COUNTRY, CITY, STATE</a:t>
          </a:r>
        </a:p>
      </dgm:t>
    </dgm:pt>
    <dgm:pt modelId="{796D3EFD-12CE-4AD1-BBAB-F28830F71EF5}" type="parTrans" cxnId="{345027FF-762C-45AC-B2CB-D072076EA7E5}">
      <dgm:prSet/>
      <dgm:spPr/>
      <dgm:t>
        <a:bodyPr/>
        <a:lstStyle/>
        <a:p>
          <a:endParaRPr lang="en-US"/>
        </a:p>
      </dgm:t>
    </dgm:pt>
    <dgm:pt modelId="{E9F895C7-95F1-4821-9E99-69AB1B361095}" type="sibTrans" cxnId="{345027FF-762C-45AC-B2CB-D072076EA7E5}">
      <dgm:prSet/>
      <dgm:spPr/>
      <dgm:t>
        <a:bodyPr/>
        <a:lstStyle/>
        <a:p>
          <a:endParaRPr lang="en-US"/>
        </a:p>
      </dgm:t>
    </dgm:pt>
    <dgm:pt modelId="{3B0A6C31-FFFF-4B30-996F-C6C649223193}">
      <dgm:prSet custT="1"/>
      <dgm:spPr/>
      <dgm:t>
        <a:bodyPr/>
        <a:lstStyle/>
        <a:p>
          <a:r>
            <a:rPr lang="en-US" sz="1900" b="1" kern="1200" dirty="0">
              <a:solidFill>
                <a:prstClr val="white"/>
              </a:solidFill>
              <a:latin typeface="Rockwell" panose="02060603020205020403" pitchFamily="18" charset="0"/>
              <a:ea typeface="+mn-ea"/>
              <a:cs typeface="+mn-cs"/>
            </a:rPr>
            <a:t>DISCOUNT, PROFIT</a:t>
          </a:r>
        </a:p>
      </dgm:t>
    </dgm:pt>
    <dgm:pt modelId="{EB541371-10FF-4A54-9A9F-0DF409B1F9C2}" type="parTrans" cxnId="{C9E4539F-FEA7-4543-A675-4A7ED59D5E9A}">
      <dgm:prSet/>
      <dgm:spPr/>
      <dgm:t>
        <a:bodyPr/>
        <a:lstStyle/>
        <a:p>
          <a:endParaRPr lang="en-US"/>
        </a:p>
      </dgm:t>
    </dgm:pt>
    <dgm:pt modelId="{84ED0280-FED3-473C-9BC2-C3A4B7392DB5}" type="sibTrans" cxnId="{C9E4539F-FEA7-4543-A675-4A7ED59D5E9A}">
      <dgm:prSet/>
      <dgm:spPr/>
      <dgm:t>
        <a:bodyPr/>
        <a:lstStyle/>
        <a:p>
          <a:endParaRPr lang="en-US"/>
        </a:p>
      </dgm:t>
    </dgm:pt>
    <dgm:pt modelId="{462F812B-08EE-4FE8-AF73-4D039AA38AF5}">
      <dgm:prSet custT="1"/>
      <dgm:spPr/>
      <dgm:t>
        <a:bodyPr/>
        <a:lstStyle/>
        <a:p>
          <a:r>
            <a:rPr lang="en-US" sz="1900" b="1" kern="1200" dirty="0">
              <a:latin typeface="Rockwell" panose="02060603020205020403" pitchFamily="18" charset="0"/>
            </a:rPr>
            <a:t>POSTAL </a:t>
          </a:r>
          <a:r>
            <a:rPr lang="en-US" sz="1900" b="1" kern="1200" dirty="0">
              <a:solidFill>
                <a:prstClr val="white"/>
              </a:solidFill>
              <a:latin typeface="Rockwell" panose="02060603020205020403" pitchFamily="18" charset="0"/>
              <a:ea typeface="+mn-ea"/>
              <a:cs typeface="+mn-cs"/>
            </a:rPr>
            <a:t>CODE, SALES, QUANTITY </a:t>
          </a:r>
        </a:p>
      </dgm:t>
    </dgm:pt>
    <dgm:pt modelId="{5CBD38AF-0384-48F4-8CFF-E4F7218C9814}" type="parTrans" cxnId="{F063C8C5-A3C7-42F0-925E-C77C31DDB875}">
      <dgm:prSet/>
      <dgm:spPr/>
      <dgm:t>
        <a:bodyPr/>
        <a:lstStyle/>
        <a:p>
          <a:endParaRPr lang="en-US"/>
        </a:p>
      </dgm:t>
    </dgm:pt>
    <dgm:pt modelId="{3834B0DE-AD49-428F-9396-2E512EC6CB06}" type="sibTrans" cxnId="{F063C8C5-A3C7-42F0-925E-C77C31DDB875}">
      <dgm:prSet/>
      <dgm:spPr/>
      <dgm:t>
        <a:bodyPr/>
        <a:lstStyle/>
        <a:p>
          <a:endParaRPr lang="en-US"/>
        </a:p>
      </dgm:t>
    </dgm:pt>
    <dgm:pt modelId="{741AD2F6-5822-49B2-B19C-22B7A1033B66}" type="pres">
      <dgm:prSet presAssocID="{B781F415-140B-48D5-A143-684FBDF137E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3BDA411-4DA0-49C5-BB4A-07B1D04FF01C}" type="pres">
      <dgm:prSet presAssocID="{B59BDFAB-3102-4DF0-9677-0BD848D9A1DA}" presName="root" presStyleCnt="0"/>
      <dgm:spPr/>
    </dgm:pt>
    <dgm:pt modelId="{0D47DE2B-37EF-48DF-89B7-0EF70DE7DF64}" type="pres">
      <dgm:prSet presAssocID="{B59BDFAB-3102-4DF0-9677-0BD848D9A1DA}" presName="rootComposite" presStyleCnt="0"/>
      <dgm:spPr/>
    </dgm:pt>
    <dgm:pt modelId="{CA677B42-3443-493D-83DA-6B72BB205F67}" type="pres">
      <dgm:prSet presAssocID="{B59BDFAB-3102-4DF0-9677-0BD848D9A1DA}" presName="rootText" presStyleLbl="node1" presStyleIdx="0" presStyleCnt="4" custLinFactNeighborY="1114"/>
      <dgm:spPr/>
    </dgm:pt>
    <dgm:pt modelId="{561DEA7F-3DFD-4F78-B045-EA9FCB8E4C0E}" type="pres">
      <dgm:prSet presAssocID="{B59BDFAB-3102-4DF0-9677-0BD848D9A1DA}" presName="rootConnector" presStyleLbl="node1" presStyleIdx="0" presStyleCnt="4"/>
      <dgm:spPr/>
    </dgm:pt>
    <dgm:pt modelId="{2B1672EA-2922-45C2-AA7A-32E8ABC115B3}" type="pres">
      <dgm:prSet presAssocID="{B59BDFAB-3102-4DF0-9677-0BD848D9A1DA}" presName="childShape" presStyleCnt="0"/>
      <dgm:spPr/>
    </dgm:pt>
    <dgm:pt modelId="{28EF6E77-C7DA-4E68-B07C-8361558BE10D}" type="pres">
      <dgm:prSet presAssocID="{23BD7FB5-7A1B-4BB9-94B7-621C67B54F87}" presName="root" presStyleCnt="0"/>
      <dgm:spPr/>
    </dgm:pt>
    <dgm:pt modelId="{D0230CA2-547C-47A1-95D7-B3A7A6B195DC}" type="pres">
      <dgm:prSet presAssocID="{23BD7FB5-7A1B-4BB9-94B7-621C67B54F87}" presName="rootComposite" presStyleCnt="0"/>
      <dgm:spPr/>
    </dgm:pt>
    <dgm:pt modelId="{E5777ABC-6A62-4D05-93F3-5C2BFE5C9CBB}" type="pres">
      <dgm:prSet presAssocID="{23BD7FB5-7A1B-4BB9-94B7-621C67B54F87}" presName="rootText" presStyleLbl="node1" presStyleIdx="1" presStyleCnt="4"/>
      <dgm:spPr/>
    </dgm:pt>
    <dgm:pt modelId="{60742389-D9B6-4745-9462-54277B22AC3C}" type="pres">
      <dgm:prSet presAssocID="{23BD7FB5-7A1B-4BB9-94B7-621C67B54F87}" presName="rootConnector" presStyleLbl="node1" presStyleIdx="1" presStyleCnt="4"/>
      <dgm:spPr/>
    </dgm:pt>
    <dgm:pt modelId="{230335CB-5805-45D6-AB7F-35A8B54A0DCE}" type="pres">
      <dgm:prSet presAssocID="{23BD7FB5-7A1B-4BB9-94B7-621C67B54F87}" presName="childShape" presStyleCnt="0"/>
      <dgm:spPr/>
    </dgm:pt>
    <dgm:pt modelId="{36965EF4-6CDA-49C0-B702-B6452AB7DE9E}" type="pres">
      <dgm:prSet presAssocID="{462F812B-08EE-4FE8-AF73-4D039AA38AF5}" presName="root" presStyleCnt="0"/>
      <dgm:spPr/>
    </dgm:pt>
    <dgm:pt modelId="{0197D78B-8C51-46CD-9C29-6DD002570E99}" type="pres">
      <dgm:prSet presAssocID="{462F812B-08EE-4FE8-AF73-4D039AA38AF5}" presName="rootComposite" presStyleCnt="0"/>
      <dgm:spPr/>
    </dgm:pt>
    <dgm:pt modelId="{C4CF508B-DD08-499C-BC66-CC75CC7C81C9}" type="pres">
      <dgm:prSet presAssocID="{462F812B-08EE-4FE8-AF73-4D039AA38AF5}" presName="rootText" presStyleLbl="node1" presStyleIdx="2" presStyleCnt="4" custScaleX="105705"/>
      <dgm:spPr/>
    </dgm:pt>
    <dgm:pt modelId="{1CB78B11-811F-466F-8D17-40EE567D4879}" type="pres">
      <dgm:prSet presAssocID="{462F812B-08EE-4FE8-AF73-4D039AA38AF5}" presName="rootConnector" presStyleLbl="node1" presStyleIdx="2" presStyleCnt="4"/>
      <dgm:spPr/>
    </dgm:pt>
    <dgm:pt modelId="{BC0CF378-06A3-4023-B8A0-2125227FF865}" type="pres">
      <dgm:prSet presAssocID="{462F812B-08EE-4FE8-AF73-4D039AA38AF5}" presName="childShape" presStyleCnt="0"/>
      <dgm:spPr/>
    </dgm:pt>
    <dgm:pt modelId="{AAD05885-BD0D-4D77-A821-FE86D5BC9AFA}" type="pres">
      <dgm:prSet presAssocID="{3B0A6C31-FFFF-4B30-996F-C6C649223193}" presName="root" presStyleCnt="0"/>
      <dgm:spPr/>
    </dgm:pt>
    <dgm:pt modelId="{F13695D3-11AB-4F89-94C9-57487D3CE0E1}" type="pres">
      <dgm:prSet presAssocID="{3B0A6C31-FFFF-4B30-996F-C6C649223193}" presName="rootComposite" presStyleCnt="0"/>
      <dgm:spPr/>
    </dgm:pt>
    <dgm:pt modelId="{7A7A35E1-08B9-4555-978B-B9E16E950836}" type="pres">
      <dgm:prSet presAssocID="{3B0A6C31-FFFF-4B30-996F-C6C649223193}" presName="rootText" presStyleLbl="node1" presStyleIdx="3" presStyleCnt="4" custLinFactNeighborX="-9125" custLinFactNeighborY="2140"/>
      <dgm:spPr/>
    </dgm:pt>
    <dgm:pt modelId="{E8112858-D634-462C-9588-C18BDBC66E86}" type="pres">
      <dgm:prSet presAssocID="{3B0A6C31-FFFF-4B30-996F-C6C649223193}" presName="rootConnector" presStyleLbl="node1" presStyleIdx="3" presStyleCnt="4"/>
      <dgm:spPr/>
    </dgm:pt>
    <dgm:pt modelId="{700346D7-1DAC-4AB0-B6AB-196982C39481}" type="pres">
      <dgm:prSet presAssocID="{3B0A6C31-FFFF-4B30-996F-C6C649223193}" presName="childShape" presStyleCnt="0"/>
      <dgm:spPr/>
    </dgm:pt>
  </dgm:ptLst>
  <dgm:cxnLst>
    <dgm:cxn modelId="{98AF656D-7061-4C16-B5C0-29A3FDEEC2DB}" type="presOf" srcId="{23BD7FB5-7A1B-4BB9-94B7-621C67B54F87}" destId="{60742389-D9B6-4745-9462-54277B22AC3C}" srcOrd="1" destOrd="0" presId="urn:microsoft.com/office/officeart/2005/8/layout/hierarchy3"/>
    <dgm:cxn modelId="{D2C00D57-EA03-4C8A-A980-DDF2C28AF8E3}" type="presOf" srcId="{B59BDFAB-3102-4DF0-9677-0BD848D9A1DA}" destId="{561DEA7F-3DFD-4F78-B045-EA9FCB8E4C0E}" srcOrd="1" destOrd="0" presId="urn:microsoft.com/office/officeart/2005/8/layout/hierarchy3"/>
    <dgm:cxn modelId="{C61BC55A-244E-4D7D-BD13-80A0433C7F01}" type="presOf" srcId="{B781F415-140B-48D5-A143-684FBDF137EE}" destId="{741AD2F6-5822-49B2-B19C-22B7A1033B66}" srcOrd="0" destOrd="0" presId="urn:microsoft.com/office/officeart/2005/8/layout/hierarchy3"/>
    <dgm:cxn modelId="{D8CE107B-0A2E-4DCD-AD81-711EFFA79C58}" type="presOf" srcId="{3B0A6C31-FFFF-4B30-996F-C6C649223193}" destId="{7A7A35E1-08B9-4555-978B-B9E16E950836}" srcOrd="0" destOrd="0" presId="urn:microsoft.com/office/officeart/2005/8/layout/hierarchy3"/>
    <dgm:cxn modelId="{A21C867F-7D3E-41F2-BFBE-089C410A40EE}" type="presOf" srcId="{B59BDFAB-3102-4DF0-9677-0BD848D9A1DA}" destId="{CA677B42-3443-493D-83DA-6B72BB205F67}" srcOrd="0" destOrd="0" presId="urn:microsoft.com/office/officeart/2005/8/layout/hierarchy3"/>
    <dgm:cxn modelId="{A0E99983-AD2B-4719-815C-635821F4A594}" type="presOf" srcId="{462F812B-08EE-4FE8-AF73-4D039AA38AF5}" destId="{1CB78B11-811F-466F-8D17-40EE567D4879}" srcOrd="1" destOrd="0" presId="urn:microsoft.com/office/officeart/2005/8/layout/hierarchy3"/>
    <dgm:cxn modelId="{573CCE92-DE1C-45A5-9712-A9FCDA6EB29A}" type="presOf" srcId="{3B0A6C31-FFFF-4B30-996F-C6C649223193}" destId="{E8112858-D634-462C-9588-C18BDBC66E86}" srcOrd="1" destOrd="0" presId="urn:microsoft.com/office/officeart/2005/8/layout/hierarchy3"/>
    <dgm:cxn modelId="{7A69F49D-1600-47A8-B749-900087AF9F96}" type="presOf" srcId="{462F812B-08EE-4FE8-AF73-4D039AA38AF5}" destId="{C4CF508B-DD08-499C-BC66-CC75CC7C81C9}" srcOrd="0" destOrd="0" presId="urn:microsoft.com/office/officeart/2005/8/layout/hierarchy3"/>
    <dgm:cxn modelId="{5827729F-D725-4A8E-A738-66E9FDC165D9}" srcId="{B781F415-140B-48D5-A143-684FBDF137EE}" destId="{B59BDFAB-3102-4DF0-9677-0BD848D9A1DA}" srcOrd="0" destOrd="0" parTransId="{ED3533C2-CDB9-4090-851C-BDFEABB0BBC7}" sibTransId="{CD4C0CCC-F521-459C-A4A0-329309BCFD74}"/>
    <dgm:cxn modelId="{C9E4539F-FEA7-4543-A675-4A7ED59D5E9A}" srcId="{B781F415-140B-48D5-A143-684FBDF137EE}" destId="{3B0A6C31-FFFF-4B30-996F-C6C649223193}" srcOrd="3" destOrd="0" parTransId="{EB541371-10FF-4A54-9A9F-0DF409B1F9C2}" sibTransId="{84ED0280-FED3-473C-9BC2-C3A4B7392DB5}"/>
    <dgm:cxn modelId="{451052B7-8B68-4ECB-ADAB-90137EB65682}" type="presOf" srcId="{23BD7FB5-7A1B-4BB9-94B7-621C67B54F87}" destId="{E5777ABC-6A62-4D05-93F3-5C2BFE5C9CBB}" srcOrd="0" destOrd="0" presId="urn:microsoft.com/office/officeart/2005/8/layout/hierarchy3"/>
    <dgm:cxn modelId="{F063C8C5-A3C7-42F0-925E-C77C31DDB875}" srcId="{B781F415-140B-48D5-A143-684FBDF137EE}" destId="{462F812B-08EE-4FE8-AF73-4D039AA38AF5}" srcOrd="2" destOrd="0" parTransId="{5CBD38AF-0384-48F4-8CFF-E4F7218C9814}" sibTransId="{3834B0DE-AD49-428F-9396-2E512EC6CB06}"/>
    <dgm:cxn modelId="{345027FF-762C-45AC-B2CB-D072076EA7E5}" srcId="{B781F415-140B-48D5-A143-684FBDF137EE}" destId="{23BD7FB5-7A1B-4BB9-94B7-621C67B54F87}" srcOrd="1" destOrd="0" parTransId="{796D3EFD-12CE-4AD1-BBAB-F28830F71EF5}" sibTransId="{E9F895C7-95F1-4821-9E99-69AB1B361095}"/>
    <dgm:cxn modelId="{44CEF205-D276-4A5C-AC71-08EF8A20DCF8}" type="presParOf" srcId="{741AD2F6-5822-49B2-B19C-22B7A1033B66}" destId="{93BDA411-4DA0-49C5-BB4A-07B1D04FF01C}" srcOrd="0" destOrd="0" presId="urn:microsoft.com/office/officeart/2005/8/layout/hierarchy3"/>
    <dgm:cxn modelId="{05449525-509F-418A-AF6C-2A21AB4E5FC7}" type="presParOf" srcId="{93BDA411-4DA0-49C5-BB4A-07B1D04FF01C}" destId="{0D47DE2B-37EF-48DF-89B7-0EF70DE7DF64}" srcOrd="0" destOrd="0" presId="urn:microsoft.com/office/officeart/2005/8/layout/hierarchy3"/>
    <dgm:cxn modelId="{7D2080D5-79E9-4DFB-B873-B2BD6B3DC0A2}" type="presParOf" srcId="{0D47DE2B-37EF-48DF-89B7-0EF70DE7DF64}" destId="{CA677B42-3443-493D-83DA-6B72BB205F67}" srcOrd="0" destOrd="0" presId="urn:microsoft.com/office/officeart/2005/8/layout/hierarchy3"/>
    <dgm:cxn modelId="{CA0819D4-00D0-4009-A7E5-A325BE3010BC}" type="presParOf" srcId="{0D47DE2B-37EF-48DF-89B7-0EF70DE7DF64}" destId="{561DEA7F-3DFD-4F78-B045-EA9FCB8E4C0E}" srcOrd="1" destOrd="0" presId="urn:microsoft.com/office/officeart/2005/8/layout/hierarchy3"/>
    <dgm:cxn modelId="{8E9B56FD-6228-4196-8716-88DE5FA26845}" type="presParOf" srcId="{93BDA411-4DA0-49C5-BB4A-07B1D04FF01C}" destId="{2B1672EA-2922-45C2-AA7A-32E8ABC115B3}" srcOrd="1" destOrd="0" presId="urn:microsoft.com/office/officeart/2005/8/layout/hierarchy3"/>
    <dgm:cxn modelId="{BA771FA9-6C26-4509-B131-06215198E8B8}" type="presParOf" srcId="{741AD2F6-5822-49B2-B19C-22B7A1033B66}" destId="{28EF6E77-C7DA-4E68-B07C-8361558BE10D}" srcOrd="1" destOrd="0" presId="urn:microsoft.com/office/officeart/2005/8/layout/hierarchy3"/>
    <dgm:cxn modelId="{1189F4C3-4009-4A41-BF5F-E38D856BE1CF}" type="presParOf" srcId="{28EF6E77-C7DA-4E68-B07C-8361558BE10D}" destId="{D0230CA2-547C-47A1-95D7-B3A7A6B195DC}" srcOrd="0" destOrd="0" presId="urn:microsoft.com/office/officeart/2005/8/layout/hierarchy3"/>
    <dgm:cxn modelId="{7C68C13E-ACBB-4172-9FED-FCB1A0039A0F}" type="presParOf" srcId="{D0230CA2-547C-47A1-95D7-B3A7A6B195DC}" destId="{E5777ABC-6A62-4D05-93F3-5C2BFE5C9CBB}" srcOrd="0" destOrd="0" presId="urn:microsoft.com/office/officeart/2005/8/layout/hierarchy3"/>
    <dgm:cxn modelId="{1395D78A-38D0-478A-8980-F3C019F28DD1}" type="presParOf" srcId="{D0230CA2-547C-47A1-95D7-B3A7A6B195DC}" destId="{60742389-D9B6-4745-9462-54277B22AC3C}" srcOrd="1" destOrd="0" presId="urn:microsoft.com/office/officeart/2005/8/layout/hierarchy3"/>
    <dgm:cxn modelId="{D60AEF39-CA00-4945-A308-37A4DE280E72}" type="presParOf" srcId="{28EF6E77-C7DA-4E68-B07C-8361558BE10D}" destId="{230335CB-5805-45D6-AB7F-35A8B54A0DCE}" srcOrd="1" destOrd="0" presId="urn:microsoft.com/office/officeart/2005/8/layout/hierarchy3"/>
    <dgm:cxn modelId="{8D02FAD7-ECC7-486C-A8A8-7F04146FD81A}" type="presParOf" srcId="{741AD2F6-5822-49B2-B19C-22B7A1033B66}" destId="{36965EF4-6CDA-49C0-B702-B6452AB7DE9E}" srcOrd="2" destOrd="0" presId="urn:microsoft.com/office/officeart/2005/8/layout/hierarchy3"/>
    <dgm:cxn modelId="{27629613-4450-43C3-ABDA-442D18804860}" type="presParOf" srcId="{36965EF4-6CDA-49C0-B702-B6452AB7DE9E}" destId="{0197D78B-8C51-46CD-9C29-6DD002570E99}" srcOrd="0" destOrd="0" presId="urn:microsoft.com/office/officeart/2005/8/layout/hierarchy3"/>
    <dgm:cxn modelId="{47AACBD3-8AC0-4BDF-A581-8ABD73A2EB6F}" type="presParOf" srcId="{0197D78B-8C51-46CD-9C29-6DD002570E99}" destId="{C4CF508B-DD08-499C-BC66-CC75CC7C81C9}" srcOrd="0" destOrd="0" presId="urn:microsoft.com/office/officeart/2005/8/layout/hierarchy3"/>
    <dgm:cxn modelId="{DA5A7F5E-76A5-493B-B97F-50BFA014B573}" type="presParOf" srcId="{0197D78B-8C51-46CD-9C29-6DD002570E99}" destId="{1CB78B11-811F-466F-8D17-40EE567D4879}" srcOrd="1" destOrd="0" presId="urn:microsoft.com/office/officeart/2005/8/layout/hierarchy3"/>
    <dgm:cxn modelId="{4A9A9C64-8667-4692-BAD7-EA640810F371}" type="presParOf" srcId="{36965EF4-6CDA-49C0-B702-B6452AB7DE9E}" destId="{BC0CF378-06A3-4023-B8A0-2125227FF865}" srcOrd="1" destOrd="0" presId="urn:microsoft.com/office/officeart/2005/8/layout/hierarchy3"/>
    <dgm:cxn modelId="{50AD8640-AF2F-4A57-B8A3-E505EDBCC773}" type="presParOf" srcId="{741AD2F6-5822-49B2-B19C-22B7A1033B66}" destId="{AAD05885-BD0D-4D77-A821-FE86D5BC9AFA}" srcOrd="3" destOrd="0" presId="urn:microsoft.com/office/officeart/2005/8/layout/hierarchy3"/>
    <dgm:cxn modelId="{A77F61A9-AF1F-42CF-96F2-6BA0D7297B43}" type="presParOf" srcId="{AAD05885-BD0D-4D77-A821-FE86D5BC9AFA}" destId="{F13695D3-11AB-4F89-94C9-57487D3CE0E1}" srcOrd="0" destOrd="0" presId="urn:microsoft.com/office/officeart/2005/8/layout/hierarchy3"/>
    <dgm:cxn modelId="{130799D6-3D7A-456F-8D43-2B717589637A}" type="presParOf" srcId="{F13695D3-11AB-4F89-94C9-57487D3CE0E1}" destId="{7A7A35E1-08B9-4555-978B-B9E16E950836}" srcOrd="0" destOrd="0" presId="urn:microsoft.com/office/officeart/2005/8/layout/hierarchy3"/>
    <dgm:cxn modelId="{280995CD-FB96-45D3-A5B4-48C2867334EA}" type="presParOf" srcId="{F13695D3-11AB-4F89-94C9-57487D3CE0E1}" destId="{E8112858-D634-462C-9588-C18BDBC66E86}" srcOrd="1" destOrd="0" presId="urn:microsoft.com/office/officeart/2005/8/layout/hierarchy3"/>
    <dgm:cxn modelId="{ADD40752-617F-4B94-AF24-636DE6DE9A75}" type="presParOf" srcId="{AAD05885-BD0D-4D77-A821-FE86D5BC9AFA}" destId="{700346D7-1DAC-4AB0-B6AB-196982C39481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EA493AA-E874-46F2-A30A-C59D5C235481}" type="doc">
      <dgm:prSet loTypeId="urn:microsoft.com/office/officeart/2005/8/layout/chart3" loCatId="cycle" qsTypeId="urn:microsoft.com/office/officeart/2005/8/quickstyle/3d7" qsCatId="3D" csTypeId="urn:microsoft.com/office/officeart/2005/8/colors/colorful3" csCatId="colorful" phldr="1"/>
      <dgm:spPr/>
    </dgm:pt>
    <dgm:pt modelId="{0194F3C3-3F83-4FDE-AC52-5E2635636299}">
      <dgm:prSet phldrT="[Text]"/>
      <dgm:spPr/>
      <dgm:t>
        <a:bodyPr/>
        <a:lstStyle/>
        <a:p>
          <a:r>
            <a:rPr lang="en-US" dirty="0"/>
            <a:t>Total Profit: 2,85,911</a:t>
          </a:r>
        </a:p>
      </dgm:t>
    </dgm:pt>
    <dgm:pt modelId="{BEF6DA27-76B3-453E-AAFB-B2178C5D26DC}" type="parTrans" cxnId="{E6272C3C-69FC-44F7-B82E-56E206F86C61}">
      <dgm:prSet/>
      <dgm:spPr/>
      <dgm:t>
        <a:bodyPr/>
        <a:lstStyle/>
        <a:p>
          <a:endParaRPr lang="en-US"/>
        </a:p>
      </dgm:t>
    </dgm:pt>
    <dgm:pt modelId="{DA79F991-F4CB-4D6E-ABED-15596319779A}" type="sibTrans" cxnId="{E6272C3C-69FC-44F7-B82E-56E206F86C61}">
      <dgm:prSet/>
      <dgm:spPr/>
      <dgm:t>
        <a:bodyPr/>
        <a:lstStyle/>
        <a:p>
          <a:endParaRPr lang="en-US"/>
        </a:p>
      </dgm:t>
    </dgm:pt>
    <dgm:pt modelId="{D9582951-D377-4A56-BD2D-E187F0097188}">
      <dgm:prSet phldrT="[Text]"/>
      <dgm:spPr/>
      <dgm:t>
        <a:bodyPr/>
        <a:lstStyle/>
        <a:p>
          <a:r>
            <a:rPr lang="en-US" dirty="0"/>
            <a:t>Average Discount: 0.156</a:t>
          </a:r>
        </a:p>
      </dgm:t>
    </dgm:pt>
    <dgm:pt modelId="{FB3DE0C4-680B-4180-A3F0-F6A050DC3828}" type="parTrans" cxnId="{1F8B2E5E-A3B0-468D-9D80-9BC7DE2184CB}">
      <dgm:prSet/>
      <dgm:spPr/>
      <dgm:t>
        <a:bodyPr/>
        <a:lstStyle/>
        <a:p>
          <a:endParaRPr lang="en-US"/>
        </a:p>
      </dgm:t>
    </dgm:pt>
    <dgm:pt modelId="{38B609D8-0718-4DEA-844C-D0D9BBA8DA3E}" type="sibTrans" cxnId="{1F8B2E5E-A3B0-468D-9D80-9BC7DE2184CB}">
      <dgm:prSet/>
      <dgm:spPr/>
      <dgm:t>
        <a:bodyPr/>
        <a:lstStyle/>
        <a:p>
          <a:endParaRPr lang="en-US"/>
        </a:p>
      </dgm:t>
    </dgm:pt>
    <dgm:pt modelId="{0EF81B28-9784-4D16-8F81-87E6AB6952D1}">
      <dgm:prSet phldrT="[Text]"/>
      <dgm:spPr/>
      <dgm:t>
        <a:bodyPr/>
        <a:lstStyle/>
        <a:p>
          <a:r>
            <a:rPr lang="en-US" dirty="0"/>
            <a:t>Total Sales: 22,95,455</a:t>
          </a:r>
        </a:p>
      </dgm:t>
    </dgm:pt>
    <dgm:pt modelId="{1C75285A-902B-4C6C-BD11-4225738B5E8B}" type="parTrans" cxnId="{99999FD5-EB6C-43E0-8A49-D6E519D21A87}">
      <dgm:prSet/>
      <dgm:spPr/>
      <dgm:t>
        <a:bodyPr/>
        <a:lstStyle/>
        <a:p>
          <a:endParaRPr lang="en-US"/>
        </a:p>
      </dgm:t>
    </dgm:pt>
    <dgm:pt modelId="{C80E7719-F4C6-45C9-AB52-006F9CF33A49}" type="sibTrans" cxnId="{99999FD5-EB6C-43E0-8A49-D6E519D21A87}">
      <dgm:prSet/>
      <dgm:spPr/>
      <dgm:t>
        <a:bodyPr/>
        <a:lstStyle/>
        <a:p>
          <a:endParaRPr lang="en-US"/>
        </a:p>
      </dgm:t>
    </dgm:pt>
    <dgm:pt modelId="{393F2C8A-5AE7-4F85-BC7C-47F0DBA1FD75}" type="pres">
      <dgm:prSet presAssocID="{DEA493AA-E874-46F2-A30A-C59D5C235481}" presName="compositeShape" presStyleCnt="0">
        <dgm:presLayoutVars>
          <dgm:chMax val="7"/>
          <dgm:dir/>
          <dgm:resizeHandles val="exact"/>
        </dgm:presLayoutVars>
      </dgm:prSet>
      <dgm:spPr/>
    </dgm:pt>
    <dgm:pt modelId="{AFAB5A6B-D9BF-4B5E-A74C-1E0F8684790A}" type="pres">
      <dgm:prSet presAssocID="{DEA493AA-E874-46F2-A30A-C59D5C235481}" presName="wedge1" presStyleLbl="node1" presStyleIdx="0" presStyleCnt="3"/>
      <dgm:spPr/>
    </dgm:pt>
    <dgm:pt modelId="{9CF6554F-279C-4496-8ECC-77AE94C85847}" type="pres">
      <dgm:prSet presAssocID="{DEA493AA-E874-46F2-A30A-C59D5C235481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72893B41-9260-4BF3-88DD-CF36E33A68A4}" type="pres">
      <dgm:prSet presAssocID="{DEA493AA-E874-46F2-A30A-C59D5C235481}" presName="wedge2" presStyleLbl="node1" presStyleIdx="1" presStyleCnt="3"/>
      <dgm:spPr/>
    </dgm:pt>
    <dgm:pt modelId="{D8E14B90-9453-42C0-A1EB-695307C2125C}" type="pres">
      <dgm:prSet presAssocID="{DEA493AA-E874-46F2-A30A-C59D5C235481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A9C3D86-DE9A-4182-A804-CC31D30AB958}" type="pres">
      <dgm:prSet presAssocID="{DEA493AA-E874-46F2-A30A-C59D5C235481}" presName="wedge3" presStyleLbl="node1" presStyleIdx="2" presStyleCnt="3" custLinFactNeighborY="-234"/>
      <dgm:spPr/>
    </dgm:pt>
    <dgm:pt modelId="{A94358D0-04FF-4984-8148-508DEEA16468}" type="pres">
      <dgm:prSet presAssocID="{DEA493AA-E874-46F2-A30A-C59D5C235481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BCC72811-9BB0-4E38-A9A7-0A089ADE4FE5}" type="presOf" srcId="{0194F3C3-3F83-4FDE-AC52-5E2635636299}" destId="{AFAB5A6B-D9BF-4B5E-A74C-1E0F8684790A}" srcOrd="0" destOrd="0" presId="urn:microsoft.com/office/officeart/2005/8/layout/chart3"/>
    <dgm:cxn modelId="{F5962519-0448-4BB4-B2F4-07E1525ACE65}" type="presOf" srcId="{D9582951-D377-4A56-BD2D-E187F0097188}" destId="{D8E14B90-9453-42C0-A1EB-695307C2125C}" srcOrd="1" destOrd="0" presId="urn:microsoft.com/office/officeart/2005/8/layout/chart3"/>
    <dgm:cxn modelId="{40A75435-BDCA-4950-A48F-858C86A3069D}" type="presOf" srcId="{DEA493AA-E874-46F2-A30A-C59D5C235481}" destId="{393F2C8A-5AE7-4F85-BC7C-47F0DBA1FD75}" srcOrd="0" destOrd="0" presId="urn:microsoft.com/office/officeart/2005/8/layout/chart3"/>
    <dgm:cxn modelId="{E6272C3C-69FC-44F7-B82E-56E206F86C61}" srcId="{DEA493AA-E874-46F2-A30A-C59D5C235481}" destId="{0194F3C3-3F83-4FDE-AC52-5E2635636299}" srcOrd="0" destOrd="0" parTransId="{BEF6DA27-76B3-453E-AAFB-B2178C5D26DC}" sibTransId="{DA79F991-F4CB-4D6E-ABED-15596319779A}"/>
    <dgm:cxn modelId="{1F8B2E5E-A3B0-468D-9D80-9BC7DE2184CB}" srcId="{DEA493AA-E874-46F2-A30A-C59D5C235481}" destId="{D9582951-D377-4A56-BD2D-E187F0097188}" srcOrd="1" destOrd="0" parTransId="{FB3DE0C4-680B-4180-A3F0-F6A050DC3828}" sibTransId="{38B609D8-0718-4DEA-844C-D0D9BBA8DA3E}"/>
    <dgm:cxn modelId="{835AAE5E-156E-4B97-B977-DA62DEB42A25}" type="presOf" srcId="{0194F3C3-3F83-4FDE-AC52-5E2635636299}" destId="{9CF6554F-279C-4496-8ECC-77AE94C85847}" srcOrd="1" destOrd="0" presId="urn:microsoft.com/office/officeart/2005/8/layout/chart3"/>
    <dgm:cxn modelId="{BC3F0F52-6286-4F8E-A040-C9561F567113}" type="presOf" srcId="{0EF81B28-9784-4D16-8F81-87E6AB6952D1}" destId="{A94358D0-04FF-4984-8148-508DEEA16468}" srcOrd="1" destOrd="0" presId="urn:microsoft.com/office/officeart/2005/8/layout/chart3"/>
    <dgm:cxn modelId="{5CBDC975-05BF-4D9D-9E80-89305B9202BF}" type="presOf" srcId="{0EF81B28-9784-4D16-8F81-87E6AB6952D1}" destId="{BA9C3D86-DE9A-4182-A804-CC31D30AB958}" srcOrd="0" destOrd="0" presId="urn:microsoft.com/office/officeart/2005/8/layout/chart3"/>
    <dgm:cxn modelId="{F29E94A5-DDBF-4D4B-842C-6E7C36DC299F}" type="presOf" srcId="{D9582951-D377-4A56-BD2D-E187F0097188}" destId="{72893B41-9260-4BF3-88DD-CF36E33A68A4}" srcOrd="0" destOrd="0" presId="urn:microsoft.com/office/officeart/2005/8/layout/chart3"/>
    <dgm:cxn modelId="{99999FD5-EB6C-43E0-8A49-D6E519D21A87}" srcId="{DEA493AA-E874-46F2-A30A-C59D5C235481}" destId="{0EF81B28-9784-4D16-8F81-87E6AB6952D1}" srcOrd="2" destOrd="0" parTransId="{1C75285A-902B-4C6C-BD11-4225738B5E8B}" sibTransId="{C80E7719-F4C6-45C9-AB52-006F9CF33A49}"/>
    <dgm:cxn modelId="{7F3C5F2C-0E48-43C0-BFC9-E58A927AADAC}" type="presParOf" srcId="{393F2C8A-5AE7-4F85-BC7C-47F0DBA1FD75}" destId="{AFAB5A6B-D9BF-4B5E-A74C-1E0F8684790A}" srcOrd="0" destOrd="0" presId="urn:microsoft.com/office/officeart/2005/8/layout/chart3"/>
    <dgm:cxn modelId="{DF6A2866-7BC4-40B2-A2C8-9189BD5B6872}" type="presParOf" srcId="{393F2C8A-5AE7-4F85-BC7C-47F0DBA1FD75}" destId="{9CF6554F-279C-4496-8ECC-77AE94C85847}" srcOrd="1" destOrd="0" presId="urn:microsoft.com/office/officeart/2005/8/layout/chart3"/>
    <dgm:cxn modelId="{01EF78DC-0EF4-4C33-B536-40BCCE446021}" type="presParOf" srcId="{393F2C8A-5AE7-4F85-BC7C-47F0DBA1FD75}" destId="{72893B41-9260-4BF3-88DD-CF36E33A68A4}" srcOrd="2" destOrd="0" presId="urn:microsoft.com/office/officeart/2005/8/layout/chart3"/>
    <dgm:cxn modelId="{FC9C114A-0CF3-4D24-BC77-151F98739219}" type="presParOf" srcId="{393F2C8A-5AE7-4F85-BC7C-47F0DBA1FD75}" destId="{D8E14B90-9453-42C0-A1EB-695307C2125C}" srcOrd="3" destOrd="0" presId="urn:microsoft.com/office/officeart/2005/8/layout/chart3"/>
    <dgm:cxn modelId="{3C2DAE79-F5FB-41FE-ADA8-40F8D14558AC}" type="presParOf" srcId="{393F2C8A-5AE7-4F85-BC7C-47F0DBA1FD75}" destId="{BA9C3D86-DE9A-4182-A804-CC31D30AB958}" srcOrd="4" destOrd="0" presId="urn:microsoft.com/office/officeart/2005/8/layout/chart3"/>
    <dgm:cxn modelId="{628967D7-760B-47FD-B8B6-DB51C27F9635}" type="presParOf" srcId="{393F2C8A-5AE7-4F85-BC7C-47F0DBA1FD75}" destId="{A94358D0-04FF-4984-8148-508DEEA16468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EB010CB-267E-4593-ACC1-35F3D8A2F734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DD2B771-1980-4A63-85A5-63CA3F407129}">
      <dgm:prSet custT="1"/>
      <dgm:spPr/>
      <dgm:t>
        <a:bodyPr/>
        <a:lstStyle/>
        <a:p>
          <a:r>
            <a:rPr lang="en-US" sz="1200" b="0" i="0" dirty="0"/>
            <a:t>Total Sales: 22,95,455</a:t>
          </a:r>
          <a:endParaRPr lang="en-US" sz="1200" dirty="0"/>
        </a:p>
      </dgm:t>
    </dgm:pt>
    <dgm:pt modelId="{1ADC48EE-FF42-4576-BA10-13E962018A87}" type="parTrans" cxnId="{42E77FEE-2017-4095-ABB4-6C29CEDD25CC}">
      <dgm:prSet/>
      <dgm:spPr/>
      <dgm:t>
        <a:bodyPr/>
        <a:lstStyle/>
        <a:p>
          <a:endParaRPr lang="en-US" sz="2000"/>
        </a:p>
      </dgm:t>
    </dgm:pt>
    <dgm:pt modelId="{67E4D06D-1F6E-41FF-997D-D9C91E126FB0}" type="sibTrans" cxnId="{42E77FEE-2017-4095-ABB4-6C29CEDD25CC}">
      <dgm:prSet/>
      <dgm:spPr/>
      <dgm:t>
        <a:bodyPr/>
        <a:lstStyle/>
        <a:p>
          <a:endParaRPr lang="en-US" sz="2000"/>
        </a:p>
      </dgm:t>
    </dgm:pt>
    <dgm:pt modelId="{DBB7992F-C59E-4319-B772-6307E400951F}">
      <dgm:prSet custT="1"/>
      <dgm:spPr/>
      <dgm:t>
        <a:bodyPr/>
        <a:lstStyle/>
        <a:p>
          <a:r>
            <a:rPr lang="en-US" sz="1200" b="0" i="0"/>
            <a:t>Total Profit: 2,85,911</a:t>
          </a:r>
          <a:endParaRPr lang="en-US" sz="1200"/>
        </a:p>
      </dgm:t>
    </dgm:pt>
    <dgm:pt modelId="{7F666B9C-8711-4B6B-8B2B-2D9EF76ABB88}" type="parTrans" cxnId="{86EC7578-D3AF-4682-AC59-C790DEDC22C0}">
      <dgm:prSet/>
      <dgm:spPr/>
      <dgm:t>
        <a:bodyPr/>
        <a:lstStyle/>
        <a:p>
          <a:endParaRPr lang="en-US" sz="2000"/>
        </a:p>
      </dgm:t>
    </dgm:pt>
    <dgm:pt modelId="{4282AE93-F4BC-49D8-BCF1-8DDDFADCADF0}" type="sibTrans" cxnId="{86EC7578-D3AF-4682-AC59-C790DEDC22C0}">
      <dgm:prSet/>
      <dgm:spPr/>
      <dgm:t>
        <a:bodyPr/>
        <a:lstStyle/>
        <a:p>
          <a:endParaRPr lang="en-US" sz="2000"/>
        </a:p>
      </dgm:t>
    </dgm:pt>
    <dgm:pt modelId="{48EDF1FD-B476-4ABB-A350-0BB433A457EB}">
      <dgm:prSet custT="1"/>
      <dgm:spPr/>
      <dgm:t>
        <a:bodyPr/>
        <a:lstStyle/>
        <a:p>
          <a:r>
            <a:rPr lang="en-US" sz="1200" b="0" i="0"/>
            <a:t>Average Discount: 0.156</a:t>
          </a:r>
          <a:endParaRPr lang="en-US" sz="1200"/>
        </a:p>
      </dgm:t>
    </dgm:pt>
    <dgm:pt modelId="{FC163CEA-74AD-493D-8A73-309694FEB565}" type="parTrans" cxnId="{7C2C6ECD-F8E0-47FF-9542-810CD4320337}">
      <dgm:prSet/>
      <dgm:spPr/>
      <dgm:t>
        <a:bodyPr/>
        <a:lstStyle/>
        <a:p>
          <a:endParaRPr lang="en-US" sz="2000"/>
        </a:p>
      </dgm:t>
    </dgm:pt>
    <dgm:pt modelId="{655ACC2A-D106-41D4-BE6C-00EB610B13FC}" type="sibTrans" cxnId="{7C2C6ECD-F8E0-47FF-9542-810CD4320337}">
      <dgm:prSet/>
      <dgm:spPr/>
      <dgm:t>
        <a:bodyPr/>
        <a:lstStyle/>
        <a:p>
          <a:endParaRPr lang="en-US" sz="2000"/>
        </a:p>
      </dgm:t>
    </dgm:pt>
    <dgm:pt modelId="{BEEFDA28-B6E4-4116-AC6A-441E06541212}">
      <dgm:prSet custT="1"/>
      <dgm:spPr/>
      <dgm:t>
        <a:bodyPr/>
        <a:lstStyle/>
        <a:p>
          <a:r>
            <a:rPr lang="en-US" sz="1200" b="0" i="0"/>
            <a:t>Profit Margin Analysis</a:t>
          </a:r>
          <a:endParaRPr lang="en-US" sz="1200"/>
        </a:p>
      </dgm:t>
    </dgm:pt>
    <dgm:pt modelId="{948D2640-6EB2-4E81-8321-CBEA3655D86D}" type="parTrans" cxnId="{37CC3AAF-1235-4BD5-AFB1-FF7E012CE90F}">
      <dgm:prSet/>
      <dgm:spPr/>
      <dgm:t>
        <a:bodyPr/>
        <a:lstStyle/>
        <a:p>
          <a:endParaRPr lang="en-US" sz="2000"/>
        </a:p>
      </dgm:t>
    </dgm:pt>
    <dgm:pt modelId="{F9C35B10-C402-41CB-98FF-246DEEF17B5C}" type="sibTrans" cxnId="{37CC3AAF-1235-4BD5-AFB1-FF7E012CE90F}">
      <dgm:prSet/>
      <dgm:spPr/>
      <dgm:t>
        <a:bodyPr/>
        <a:lstStyle/>
        <a:p>
          <a:endParaRPr lang="en-US" sz="2000"/>
        </a:p>
      </dgm:t>
    </dgm:pt>
    <dgm:pt modelId="{1EC08865-5600-4294-8B39-98E08B4E94AC}" type="pres">
      <dgm:prSet presAssocID="{BEB010CB-267E-4593-ACC1-35F3D8A2F734}" presName="matrix" presStyleCnt="0">
        <dgm:presLayoutVars>
          <dgm:chMax val="1"/>
          <dgm:dir/>
          <dgm:resizeHandles val="exact"/>
        </dgm:presLayoutVars>
      </dgm:prSet>
      <dgm:spPr/>
    </dgm:pt>
    <dgm:pt modelId="{A6373BA5-8AED-4A31-AB4D-5CEA87E079D4}" type="pres">
      <dgm:prSet presAssocID="{BEB010CB-267E-4593-ACC1-35F3D8A2F734}" presName="diamond" presStyleLbl="bgShp" presStyleIdx="0" presStyleCnt="1"/>
      <dgm:spPr/>
    </dgm:pt>
    <dgm:pt modelId="{F8F2A001-F4C3-48CE-A595-C071604A5328}" type="pres">
      <dgm:prSet presAssocID="{BEB010CB-267E-4593-ACC1-35F3D8A2F73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E0C6ABC-EACB-46BB-B48C-59869349C21A}" type="pres">
      <dgm:prSet presAssocID="{BEB010CB-267E-4593-ACC1-35F3D8A2F73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38F9DAF-EA6B-451F-9D8F-03F9C63D7047}" type="pres">
      <dgm:prSet presAssocID="{BEB010CB-267E-4593-ACC1-35F3D8A2F73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A774B60-E363-4B89-829B-4BC0C1909871}" type="pres">
      <dgm:prSet presAssocID="{BEB010CB-267E-4593-ACC1-35F3D8A2F73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2729918-4890-41D4-8007-26A9B7BD04ED}" type="presOf" srcId="{BEB010CB-267E-4593-ACC1-35F3D8A2F734}" destId="{1EC08865-5600-4294-8B39-98E08B4E94AC}" srcOrd="0" destOrd="0" presId="urn:microsoft.com/office/officeart/2005/8/layout/matrix3"/>
    <dgm:cxn modelId="{86EC7578-D3AF-4682-AC59-C790DEDC22C0}" srcId="{BEB010CB-267E-4593-ACC1-35F3D8A2F734}" destId="{DBB7992F-C59E-4319-B772-6307E400951F}" srcOrd="1" destOrd="0" parTransId="{7F666B9C-8711-4B6B-8B2B-2D9EF76ABB88}" sibTransId="{4282AE93-F4BC-49D8-BCF1-8DDDFADCADF0}"/>
    <dgm:cxn modelId="{F839A085-E34A-4186-A467-2CFE976B42B7}" type="presOf" srcId="{48EDF1FD-B476-4ABB-A350-0BB433A457EB}" destId="{238F9DAF-EA6B-451F-9D8F-03F9C63D7047}" srcOrd="0" destOrd="0" presId="urn:microsoft.com/office/officeart/2005/8/layout/matrix3"/>
    <dgm:cxn modelId="{D6F20E8F-7711-4D9B-A290-1AE4646FFB41}" type="presOf" srcId="{BEEFDA28-B6E4-4116-AC6A-441E06541212}" destId="{5A774B60-E363-4B89-829B-4BC0C1909871}" srcOrd="0" destOrd="0" presId="urn:microsoft.com/office/officeart/2005/8/layout/matrix3"/>
    <dgm:cxn modelId="{37CC3AAF-1235-4BD5-AFB1-FF7E012CE90F}" srcId="{BEB010CB-267E-4593-ACC1-35F3D8A2F734}" destId="{BEEFDA28-B6E4-4116-AC6A-441E06541212}" srcOrd="3" destOrd="0" parTransId="{948D2640-6EB2-4E81-8321-CBEA3655D86D}" sibTransId="{F9C35B10-C402-41CB-98FF-246DEEF17B5C}"/>
    <dgm:cxn modelId="{08AFE5C7-D108-4517-8B55-F1716425EBF5}" type="presOf" srcId="{DBB7992F-C59E-4319-B772-6307E400951F}" destId="{0E0C6ABC-EACB-46BB-B48C-59869349C21A}" srcOrd="0" destOrd="0" presId="urn:microsoft.com/office/officeart/2005/8/layout/matrix3"/>
    <dgm:cxn modelId="{E1E0F6CA-DDB6-44FE-A163-D61CD4744EB5}" type="presOf" srcId="{9DD2B771-1980-4A63-85A5-63CA3F407129}" destId="{F8F2A001-F4C3-48CE-A595-C071604A5328}" srcOrd="0" destOrd="0" presId="urn:microsoft.com/office/officeart/2005/8/layout/matrix3"/>
    <dgm:cxn modelId="{7C2C6ECD-F8E0-47FF-9542-810CD4320337}" srcId="{BEB010CB-267E-4593-ACC1-35F3D8A2F734}" destId="{48EDF1FD-B476-4ABB-A350-0BB433A457EB}" srcOrd="2" destOrd="0" parTransId="{FC163CEA-74AD-493D-8A73-309694FEB565}" sibTransId="{655ACC2A-D106-41D4-BE6C-00EB610B13FC}"/>
    <dgm:cxn modelId="{42E77FEE-2017-4095-ABB4-6C29CEDD25CC}" srcId="{BEB010CB-267E-4593-ACC1-35F3D8A2F734}" destId="{9DD2B771-1980-4A63-85A5-63CA3F407129}" srcOrd="0" destOrd="0" parTransId="{1ADC48EE-FF42-4576-BA10-13E962018A87}" sibTransId="{67E4D06D-1F6E-41FF-997D-D9C91E126FB0}"/>
    <dgm:cxn modelId="{35A4D7EC-FE84-49BB-92FF-2D72D19B6253}" type="presParOf" srcId="{1EC08865-5600-4294-8B39-98E08B4E94AC}" destId="{A6373BA5-8AED-4A31-AB4D-5CEA87E079D4}" srcOrd="0" destOrd="0" presId="urn:microsoft.com/office/officeart/2005/8/layout/matrix3"/>
    <dgm:cxn modelId="{06C5F15F-C449-47A1-8109-7B3A63A383EE}" type="presParOf" srcId="{1EC08865-5600-4294-8B39-98E08B4E94AC}" destId="{F8F2A001-F4C3-48CE-A595-C071604A5328}" srcOrd="1" destOrd="0" presId="urn:microsoft.com/office/officeart/2005/8/layout/matrix3"/>
    <dgm:cxn modelId="{00137744-0610-434B-98F3-2E67E83E9303}" type="presParOf" srcId="{1EC08865-5600-4294-8B39-98E08B4E94AC}" destId="{0E0C6ABC-EACB-46BB-B48C-59869349C21A}" srcOrd="2" destOrd="0" presId="urn:microsoft.com/office/officeart/2005/8/layout/matrix3"/>
    <dgm:cxn modelId="{180D3D8A-FEAB-4378-B69D-97DAB06EA4FB}" type="presParOf" srcId="{1EC08865-5600-4294-8B39-98E08B4E94AC}" destId="{238F9DAF-EA6B-451F-9D8F-03F9C63D7047}" srcOrd="3" destOrd="0" presId="urn:microsoft.com/office/officeart/2005/8/layout/matrix3"/>
    <dgm:cxn modelId="{F7A1C804-1A97-4F77-B8F9-26C9B1320340}" type="presParOf" srcId="{1EC08865-5600-4294-8B39-98E08B4E94AC}" destId="{5A774B60-E363-4B89-829B-4BC0C190987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63800B1-F709-4BEC-914C-158AA60D0CCB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6DB8A30B-3DBD-43D0-B84D-5D6B2F37452B}">
      <dgm:prSet/>
      <dgm:spPr/>
      <dgm:t>
        <a:bodyPr/>
        <a:lstStyle/>
        <a:p>
          <a:pPr algn="ctr"/>
          <a:r>
            <a:rPr lang="en-US" b="1" dirty="0">
              <a:latin typeface="Rockwell" panose="02060603020205020403" pitchFamily="18" charset="0"/>
            </a:rPr>
            <a:t>SEGMENT ANALYSIS</a:t>
          </a:r>
        </a:p>
      </dgm:t>
    </dgm:pt>
    <dgm:pt modelId="{096E9FB3-325A-4160-B707-894CB388CF4E}" type="parTrans" cxnId="{E4F1909C-8008-4A3D-96F4-77689BA48871}">
      <dgm:prSet/>
      <dgm:spPr/>
      <dgm:t>
        <a:bodyPr/>
        <a:lstStyle/>
        <a:p>
          <a:endParaRPr lang="en-US"/>
        </a:p>
      </dgm:t>
    </dgm:pt>
    <dgm:pt modelId="{DBAB4C45-8343-4B37-8CAD-779B92C1ABE1}" type="sibTrans" cxnId="{E4F1909C-8008-4A3D-96F4-77689BA48871}">
      <dgm:prSet/>
      <dgm:spPr/>
      <dgm:t>
        <a:bodyPr/>
        <a:lstStyle/>
        <a:p>
          <a:endParaRPr lang="en-US"/>
        </a:p>
      </dgm:t>
    </dgm:pt>
    <dgm:pt modelId="{1F6FC57D-4AFF-487D-9F58-D0AB112E7092}" type="pres">
      <dgm:prSet presAssocID="{063800B1-F709-4BEC-914C-158AA60D0CCB}" presName="linear" presStyleCnt="0">
        <dgm:presLayoutVars>
          <dgm:animLvl val="lvl"/>
          <dgm:resizeHandles val="exact"/>
        </dgm:presLayoutVars>
      </dgm:prSet>
      <dgm:spPr/>
    </dgm:pt>
    <dgm:pt modelId="{CCC32CB1-EA5F-4C09-BB64-CFDEBC50B743}" type="pres">
      <dgm:prSet presAssocID="{6DB8A30B-3DBD-43D0-B84D-5D6B2F37452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7BD2B15-CC0E-4201-BA43-8D016216F0C9}" type="presOf" srcId="{063800B1-F709-4BEC-914C-158AA60D0CCB}" destId="{1F6FC57D-4AFF-487D-9F58-D0AB112E7092}" srcOrd="0" destOrd="0" presId="urn:microsoft.com/office/officeart/2005/8/layout/vList2"/>
    <dgm:cxn modelId="{E4F1909C-8008-4A3D-96F4-77689BA48871}" srcId="{063800B1-F709-4BEC-914C-158AA60D0CCB}" destId="{6DB8A30B-3DBD-43D0-B84D-5D6B2F37452B}" srcOrd="0" destOrd="0" parTransId="{096E9FB3-325A-4160-B707-894CB388CF4E}" sibTransId="{DBAB4C45-8343-4B37-8CAD-779B92C1ABE1}"/>
    <dgm:cxn modelId="{40F0BCEB-ABCC-4B47-96AB-16214CDD43CF}" type="presOf" srcId="{6DB8A30B-3DBD-43D0-B84D-5D6B2F37452B}" destId="{CCC32CB1-EA5F-4C09-BB64-CFDEBC50B743}" srcOrd="0" destOrd="0" presId="urn:microsoft.com/office/officeart/2005/8/layout/vList2"/>
    <dgm:cxn modelId="{881D8DC1-1F46-41F8-A48B-A0F74D87D95A}" type="presParOf" srcId="{1F6FC57D-4AFF-487D-9F58-D0AB112E7092}" destId="{CCC32CB1-EA5F-4C09-BB64-CFDEBC50B74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A4AAFB9-66B8-4B47-BAF1-CBE97A472BFF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6AA73852-B5E9-41C1-8B77-08E56E0C8471}">
      <dgm:prSet custT="1"/>
      <dgm:spPr/>
      <dgm:t>
        <a:bodyPr/>
        <a:lstStyle/>
        <a:p>
          <a:pPr algn="ctr"/>
          <a:r>
            <a:rPr lang="en-US" sz="2000" b="1" dirty="0">
              <a:solidFill>
                <a:srgbClr val="7030A0"/>
              </a:solidFill>
              <a:latin typeface="Rockwell" panose="02060603020205020403" pitchFamily="18" charset="0"/>
            </a:rPr>
            <a:t>Consumer Segment</a:t>
          </a:r>
          <a:endParaRPr lang="en-US" sz="2000" dirty="0">
            <a:solidFill>
              <a:srgbClr val="7030A0"/>
            </a:solidFill>
            <a:latin typeface="Rockwell" panose="02060603020205020403" pitchFamily="18" charset="0"/>
          </a:endParaRPr>
        </a:p>
      </dgm:t>
    </dgm:pt>
    <dgm:pt modelId="{B903E2AA-4846-4E8A-B429-3873FCE60484}" type="parTrans" cxnId="{933D3E19-28BD-4DD1-A896-04D72A1FF728}">
      <dgm:prSet/>
      <dgm:spPr/>
      <dgm:t>
        <a:bodyPr/>
        <a:lstStyle/>
        <a:p>
          <a:endParaRPr lang="en-US"/>
        </a:p>
      </dgm:t>
    </dgm:pt>
    <dgm:pt modelId="{EBAE6B98-97EB-4F15-98D8-2A374160B339}" type="sibTrans" cxnId="{933D3E19-28BD-4DD1-A896-04D72A1FF728}">
      <dgm:prSet/>
      <dgm:spPr/>
      <dgm:t>
        <a:bodyPr/>
        <a:lstStyle/>
        <a:p>
          <a:endParaRPr lang="en-US"/>
        </a:p>
      </dgm:t>
    </dgm:pt>
    <dgm:pt modelId="{A970809C-8C45-4321-B05B-243BA35DE12A}" type="pres">
      <dgm:prSet presAssocID="{6A4AAFB9-66B8-4B47-BAF1-CBE97A472BFF}" presName="linear" presStyleCnt="0">
        <dgm:presLayoutVars>
          <dgm:animLvl val="lvl"/>
          <dgm:resizeHandles val="exact"/>
        </dgm:presLayoutVars>
      </dgm:prSet>
      <dgm:spPr/>
    </dgm:pt>
    <dgm:pt modelId="{5E3CC629-CE16-40D5-8C7F-2EE2A64B45CE}" type="pres">
      <dgm:prSet presAssocID="{6AA73852-B5E9-41C1-8B77-08E56E0C847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33D3E19-28BD-4DD1-A896-04D72A1FF728}" srcId="{6A4AAFB9-66B8-4B47-BAF1-CBE97A472BFF}" destId="{6AA73852-B5E9-41C1-8B77-08E56E0C8471}" srcOrd="0" destOrd="0" parTransId="{B903E2AA-4846-4E8A-B429-3873FCE60484}" sibTransId="{EBAE6B98-97EB-4F15-98D8-2A374160B339}"/>
    <dgm:cxn modelId="{6CFC3128-54DD-49BF-8934-931779A66CF1}" type="presOf" srcId="{6A4AAFB9-66B8-4B47-BAF1-CBE97A472BFF}" destId="{A970809C-8C45-4321-B05B-243BA35DE12A}" srcOrd="0" destOrd="0" presId="urn:microsoft.com/office/officeart/2005/8/layout/vList2"/>
    <dgm:cxn modelId="{4F68DC45-D95C-4ED5-A78D-65F106B7AADC}" type="presOf" srcId="{6AA73852-B5E9-41C1-8B77-08E56E0C8471}" destId="{5E3CC629-CE16-40D5-8C7F-2EE2A64B45CE}" srcOrd="0" destOrd="0" presId="urn:microsoft.com/office/officeart/2005/8/layout/vList2"/>
    <dgm:cxn modelId="{D6382E59-47BA-4210-BC64-4E01001D7F41}" type="presParOf" srcId="{A970809C-8C45-4321-B05B-243BA35DE12A}" destId="{5E3CC629-CE16-40D5-8C7F-2EE2A64B45C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99293A2-AC65-4BBB-B0D8-323281C6481F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ADA286A0-B26C-486F-B6E7-29A26FB1639B}">
      <dgm:prSet custT="1"/>
      <dgm:spPr/>
      <dgm:t>
        <a:bodyPr/>
        <a:lstStyle/>
        <a:p>
          <a:pPr algn="ctr"/>
          <a:r>
            <a:rPr lang="en-US" sz="2000" b="1" dirty="0">
              <a:solidFill>
                <a:srgbClr val="7030A0"/>
              </a:solidFill>
              <a:latin typeface="Rockwell" panose="02060603020205020403" pitchFamily="18" charset="0"/>
            </a:rPr>
            <a:t>Corporate Segment</a:t>
          </a:r>
          <a:endParaRPr lang="en-US" sz="2000" dirty="0">
            <a:solidFill>
              <a:srgbClr val="7030A0"/>
            </a:solidFill>
            <a:latin typeface="Rockwell" panose="02060603020205020403" pitchFamily="18" charset="0"/>
          </a:endParaRPr>
        </a:p>
      </dgm:t>
    </dgm:pt>
    <dgm:pt modelId="{57F37F09-A12E-400D-95DE-90ADF71F5017}" type="parTrans" cxnId="{6FBF4740-DD01-49CA-AF24-DA6DD4366132}">
      <dgm:prSet/>
      <dgm:spPr/>
      <dgm:t>
        <a:bodyPr/>
        <a:lstStyle/>
        <a:p>
          <a:endParaRPr lang="en-US"/>
        </a:p>
      </dgm:t>
    </dgm:pt>
    <dgm:pt modelId="{D10DA9FC-083B-4FC8-B18A-2A6D16E57C96}" type="sibTrans" cxnId="{6FBF4740-DD01-49CA-AF24-DA6DD4366132}">
      <dgm:prSet/>
      <dgm:spPr/>
      <dgm:t>
        <a:bodyPr/>
        <a:lstStyle/>
        <a:p>
          <a:endParaRPr lang="en-US"/>
        </a:p>
      </dgm:t>
    </dgm:pt>
    <dgm:pt modelId="{4C479572-69E1-4E21-8720-C420A49C51D1}" type="pres">
      <dgm:prSet presAssocID="{599293A2-AC65-4BBB-B0D8-323281C6481F}" presName="linear" presStyleCnt="0">
        <dgm:presLayoutVars>
          <dgm:animLvl val="lvl"/>
          <dgm:resizeHandles val="exact"/>
        </dgm:presLayoutVars>
      </dgm:prSet>
      <dgm:spPr/>
    </dgm:pt>
    <dgm:pt modelId="{8EC249D5-3CCC-4313-BE85-40735BAEFC85}" type="pres">
      <dgm:prSet presAssocID="{ADA286A0-B26C-486F-B6E7-29A26FB1639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5649539-1BED-4C60-967A-BF4E3998673C}" type="presOf" srcId="{599293A2-AC65-4BBB-B0D8-323281C6481F}" destId="{4C479572-69E1-4E21-8720-C420A49C51D1}" srcOrd="0" destOrd="0" presId="urn:microsoft.com/office/officeart/2005/8/layout/vList2"/>
    <dgm:cxn modelId="{6FBF4740-DD01-49CA-AF24-DA6DD4366132}" srcId="{599293A2-AC65-4BBB-B0D8-323281C6481F}" destId="{ADA286A0-B26C-486F-B6E7-29A26FB1639B}" srcOrd="0" destOrd="0" parTransId="{57F37F09-A12E-400D-95DE-90ADF71F5017}" sibTransId="{D10DA9FC-083B-4FC8-B18A-2A6D16E57C96}"/>
    <dgm:cxn modelId="{5A270CF2-4F9D-4BE5-8515-4A627A2CA45B}" type="presOf" srcId="{ADA286A0-B26C-486F-B6E7-29A26FB1639B}" destId="{8EC249D5-3CCC-4313-BE85-40735BAEFC85}" srcOrd="0" destOrd="0" presId="urn:microsoft.com/office/officeart/2005/8/layout/vList2"/>
    <dgm:cxn modelId="{55A894AC-0493-4B07-955C-283A0749A5F1}" type="presParOf" srcId="{4C479572-69E1-4E21-8720-C420A49C51D1}" destId="{8EC249D5-3CCC-4313-BE85-40735BAEFC8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29A3A5F-FC95-4F0A-83B2-290E75ABB591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AAFEBE75-4CAE-410E-9371-21722D773DD4}">
      <dgm:prSet/>
      <dgm:spPr/>
      <dgm:t>
        <a:bodyPr/>
        <a:lstStyle/>
        <a:p>
          <a:pPr algn="ctr"/>
          <a:r>
            <a:rPr lang="en-US" b="1" dirty="0">
              <a:solidFill>
                <a:srgbClr val="7030A0"/>
              </a:solidFill>
              <a:latin typeface="Rockwell" panose="02060603020205020403" pitchFamily="18" charset="0"/>
            </a:rPr>
            <a:t>Home Office</a:t>
          </a:r>
          <a:endParaRPr lang="en-US" dirty="0">
            <a:solidFill>
              <a:srgbClr val="7030A0"/>
            </a:solidFill>
            <a:latin typeface="Rockwell" panose="02060603020205020403" pitchFamily="18" charset="0"/>
          </a:endParaRPr>
        </a:p>
      </dgm:t>
    </dgm:pt>
    <dgm:pt modelId="{AF9C5998-F528-43E0-9BCA-D1329CA17DFA}" type="parTrans" cxnId="{4F6635C3-C866-411F-8142-0E9A45B12AFA}">
      <dgm:prSet/>
      <dgm:spPr/>
      <dgm:t>
        <a:bodyPr/>
        <a:lstStyle/>
        <a:p>
          <a:endParaRPr lang="en-US"/>
        </a:p>
      </dgm:t>
    </dgm:pt>
    <dgm:pt modelId="{7FC8ABBD-8A3D-45AB-8855-36A0860A8B2E}" type="sibTrans" cxnId="{4F6635C3-C866-411F-8142-0E9A45B12AFA}">
      <dgm:prSet/>
      <dgm:spPr/>
      <dgm:t>
        <a:bodyPr/>
        <a:lstStyle/>
        <a:p>
          <a:endParaRPr lang="en-US"/>
        </a:p>
      </dgm:t>
    </dgm:pt>
    <dgm:pt modelId="{49213638-30A3-468D-9D3B-457D17734640}" type="pres">
      <dgm:prSet presAssocID="{329A3A5F-FC95-4F0A-83B2-290E75ABB591}" presName="linear" presStyleCnt="0">
        <dgm:presLayoutVars>
          <dgm:animLvl val="lvl"/>
          <dgm:resizeHandles val="exact"/>
        </dgm:presLayoutVars>
      </dgm:prSet>
      <dgm:spPr/>
    </dgm:pt>
    <dgm:pt modelId="{2EB70311-79B3-45EF-9D86-D1DD6A07B055}" type="pres">
      <dgm:prSet presAssocID="{AAFEBE75-4CAE-410E-9371-21722D773DD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AD7B540-CF72-4824-936A-8F4DCCE49D4A}" type="presOf" srcId="{AAFEBE75-4CAE-410E-9371-21722D773DD4}" destId="{2EB70311-79B3-45EF-9D86-D1DD6A07B055}" srcOrd="0" destOrd="0" presId="urn:microsoft.com/office/officeart/2005/8/layout/vList2"/>
    <dgm:cxn modelId="{258B14AE-2E1F-43E1-A008-4C3A9408A370}" type="presOf" srcId="{329A3A5F-FC95-4F0A-83B2-290E75ABB591}" destId="{49213638-30A3-468D-9D3B-457D17734640}" srcOrd="0" destOrd="0" presId="urn:microsoft.com/office/officeart/2005/8/layout/vList2"/>
    <dgm:cxn modelId="{4F6635C3-C866-411F-8142-0E9A45B12AFA}" srcId="{329A3A5F-FC95-4F0A-83B2-290E75ABB591}" destId="{AAFEBE75-4CAE-410E-9371-21722D773DD4}" srcOrd="0" destOrd="0" parTransId="{AF9C5998-F528-43E0-9BCA-D1329CA17DFA}" sibTransId="{7FC8ABBD-8A3D-45AB-8855-36A0860A8B2E}"/>
    <dgm:cxn modelId="{22F2DC93-F472-4A18-8EE5-4069894DB725}" type="presParOf" srcId="{49213638-30A3-468D-9D3B-457D17734640}" destId="{2EB70311-79B3-45EF-9D86-D1DD6A07B0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A4AAFB9-66B8-4B47-BAF1-CBE97A472BFF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6AA73852-B5E9-41C1-8B77-08E56E0C8471}">
      <dgm:prSet custT="1"/>
      <dgm:spPr/>
      <dgm:t>
        <a:bodyPr/>
        <a:lstStyle/>
        <a:p>
          <a:pPr algn="ctr"/>
          <a:r>
            <a:rPr lang="en-US" sz="2000" b="1" kern="1200" dirty="0">
              <a:solidFill>
                <a:srgbClr val="7030A0"/>
              </a:solidFill>
              <a:latin typeface="Rockwell" panose="02060603020205020403" pitchFamily="18" charset="0"/>
              <a:ea typeface="+mn-ea"/>
              <a:cs typeface="+mn-cs"/>
            </a:rPr>
            <a:t>Technology</a:t>
          </a:r>
        </a:p>
      </dgm:t>
    </dgm:pt>
    <dgm:pt modelId="{B903E2AA-4846-4E8A-B429-3873FCE60484}" type="parTrans" cxnId="{933D3E19-28BD-4DD1-A896-04D72A1FF728}">
      <dgm:prSet/>
      <dgm:spPr/>
      <dgm:t>
        <a:bodyPr/>
        <a:lstStyle/>
        <a:p>
          <a:endParaRPr lang="en-US"/>
        </a:p>
      </dgm:t>
    </dgm:pt>
    <dgm:pt modelId="{EBAE6B98-97EB-4F15-98D8-2A374160B339}" type="sibTrans" cxnId="{933D3E19-28BD-4DD1-A896-04D72A1FF728}">
      <dgm:prSet/>
      <dgm:spPr/>
      <dgm:t>
        <a:bodyPr/>
        <a:lstStyle/>
        <a:p>
          <a:endParaRPr lang="en-US"/>
        </a:p>
      </dgm:t>
    </dgm:pt>
    <dgm:pt modelId="{A970809C-8C45-4321-B05B-243BA35DE12A}" type="pres">
      <dgm:prSet presAssocID="{6A4AAFB9-66B8-4B47-BAF1-CBE97A472BFF}" presName="linear" presStyleCnt="0">
        <dgm:presLayoutVars>
          <dgm:animLvl val="lvl"/>
          <dgm:resizeHandles val="exact"/>
        </dgm:presLayoutVars>
      </dgm:prSet>
      <dgm:spPr/>
    </dgm:pt>
    <dgm:pt modelId="{5E3CC629-CE16-40D5-8C7F-2EE2A64B45CE}" type="pres">
      <dgm:prSet presAssocID="{6AA73852-B5E9-41C1-8B77-08E56E0C8471}" presName="parentText" presStyleLbl="node1" presStyleIdx="0" presStyleCnt="1" custLinFactNeighborX="-2693" custLinFactNeighborY="-11963">
        <dgm:presLayoutVars>
          <dgm:chMax val="0"/>
          <dgm:bulletEnabled val="1"/>
        </dgm:presLayoutVars>
      </dgm:prSet>
      <dgm:spPr/>
    </dgm:pt>
  </dgm:ptLst>
  <dgm:cxnLst>
    <dgm:cxn modelId="{933D3E19-28BD-4DD1-A896-04D72A1FF728}" srcId="{6A4AAFB9-66B8-4B47-BAF1-CBE97A472BFF}" destId="{6AA73852-B5E9-41C1-8B77-08E56E0C8471}" srcOrd="0" destOrd="0" parTransId="{B903E2AA-4846-4E8A-B429-3873FCE60484}" sibTransId="{EBAE6B98-97EB-4F15-98D8-2A374160B339}"/>
    <dgm:cxn modelId="{6CFC3128-54DD-49BF-8934-931779A66CF1}" type="presOf" srcId="{6A4AAFB9-66B8-4B47-BAF1-CBE97A472BFF}" destId="{A970809C-8C45-4321-B05B-243BA35DE12A}" srcOrd="0" destOrd="0" presId="urn:microsoft.com/office/officeart/2005/8/layout/vList2"/>
    <dgm:cxn modelId="{4F68DC45-D95C-4ED5-A78D-65F106B7AADC}" type="presOf" srcId="{6AA73852-B5E9-41C1-8B77-08E56E0C8471}" destId="{5E3CC629-CE16-40D5-8C7F-2EE2A64B45CE}" srcOrd="0" destOrd="0" presId="urn:microsoft.com/office/officeart/2005/8/layout/vList2"/>
    <dgm:cxn modelId="{D6382E59-47BA-4210-BC64-4E01001D7F41}" type="presParOf" srcId="{A970809C-8C45-4321-B05B-243BA35DE12A}" destId="{5E3CC629-CE16-40D5-8C7F-2EE2A64B45C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99293A2-AC65-4BBB-B0D8-323281C6481F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DA286A0-B26C-486F-B6E7-29A26FB1639B}">
      <dgm:prSet custT="1"/>
      <dgm:spPr/>
      <dgm:t>
        <a:bodyPr/>
        <a:lstStyle/>
        <a:p>
          <a:pPr algn="ctr"/>
          <a:r>
            <a:rPr lang="en-US" sz="2000" b="1" dirty="0">
              <a:solidFill>
                <a:srgbClr val="7030A0"/>
              </a:solidFill>
              <a:latin typeface="Rockwell" panose="02060603020205020403" pitchFamily="18" charset="0"/>
            </a:rPr>
            <a:t>Office Supplies</a:t>
          </a:r>
        </a:p>
      </dgm:t>
    </dgm:pt>
    <dgm:pt modelId="{57F37F09-A12E-400D-95DE-90ADF71F5017}" type="parTrans" cxnId="{6FBF4740-DD01-49CA-AF24-DA6DD4366132}">
      <dgm:prSet/>
      <dgm:spPr/>
      <dgm:t>
        <a:bodyPr/>
        <a:lstStyle/>
        <a:p>
          <a:endParaRPr lang="en-US"/>
        </a:p>
      </dgm:t>
    </dgm:pt>
    <dgm:pt modelId="{D10DA9FC-083B-4FC8-B18A-2A6D16E57C96}" type="sibTrans" cxnId="{6FBF4740-DD01-49CA-AF24-DA6DD4366132}">
      <dgm:prSet/>
      <dgm:spPr/>
      <dgm:t>
        <a:bodyPr/>
        <a:lstStyle/>
        <a:p>
          <a:endParaRPr lang="en-US"/>
        </a:p>
      </dgm:t>
    </dgm:pt>
    <dgm:pt modelId="{4C479572-69E1-4E21-8720-C420A49C51D1}" type="pres">
      <dgm:prSet presAssocID="{599293A2-AC65-4BBB-B0D8-323281C6481F}" presName="linear" presStyleCnt="0">
        <dgm:presLayoutVars>
          <dgm:animLvl val="lvl"/>
          <dgm:resizeHandles val="exact"/>
        </dgm:presLayoutVars>
      </dgm:prSet>
      <dgm:spPr/>
    </dgm:pt>
    <dgm:pt modelId="{8EC249D5-3CCC-4313-BE85-40735BAEFC85}" type="pres">
      <dgm:prSet presAssocID="{ADA286A0-B26C-486F-B6E7-29A26FB1639B}" presName="parentText" presStyleLbl="node1" presStyleIdx="0" presStyleCnt="1" custLinFactNeighborX="-8484" custLinFactNeighborY="-5947">
        <dgm:presLayoutVars>
          <dgm:chMax val="0"/>
          <dgm:bulletEnabled val="1"/>
        </dgm:presLayoutVars>
      </dgm:prSet>
      <dgm:spPr/>
    </dgm:pt>
  </dgm:ptLst>
  <dgm:cxnLst>
    <dgm:cxn modelId="{35649539-1BED-4C60-967A-BF4E3998673C}" type="presOf" srcId="{599293A2-AC65-4BBB-B0D8-323281C6481F}" destId="{4C479572-69E1-4E21-8720-C420A49C51D1}" srcOrd="0" destOrd="0" presId="urn:microsoft.com/office/officeart/2005/8/layout/vList2"/>
    <dgm:cxn modelId="{6FBF4740-DD01-49CA-AF24-DA6DD4366132}" srcId="{599293A2-AC65-4BBB-B0D8-323281C6481F}" destId="{ADA286A0-B26C-486F-B6E7-29A26FB1639B}" srcOrd="0" destOrd="0" parTransId="{57F37F09-A12E-400D-95DE-90ADF71F5017}" sibTransId="{D10DA9FC-083B-4FC8-B18A-2A6D16E57C96}"/>
    <dgm:cxn modelId="{5A270CF2-4F9D-4BE5-8515-4A627A2CA45B}" type="presOf" srcId="{ADA286A0-B26C-486F-B6E7-29A26FB1639B}" destId="{8EC249D5-3CCC-4313-BE85-40735BAEFC85}" srcOrd="0" destOrd="0" presId="urn:microsoft.com/office/officeart/2005/8/layout/vList2"/>
    <dgm:cxn modelId="{55A894AC-0493-4B07-955C-283A0749A5F1}" type="presParOf" srcId="{4C479572-69E1-4E21-8720-C420A49C51D1}" destId="{8EC249D5-3CCC-4313-BE85-40735BAEFC8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29A3A5F-FC95-4F0A-83B2-290E75ABB591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AFEBE75-4CAE-410E-9371-21722D773DD4}">
      <dgm:prSet custT="1"/>
      <dgm:spPr/>
      <dgm:t>
        <a:bodyPr/>
        <a:lstStyle/>
        <a:p>
          <a:pPr algn="ctr"/>
          <a:r>
            <a:rPr lang="en-US" sz="2000" b="1" dirty="0">
              <a:solidFill>
                <a:srgbClr val="7030A0"/>
              </a:solidFill>
              <a:latin typeface="Rockwell" panose="02060603020205020403" pitchFamily="18" charset="0"/>
            </a:rPr>
            <a:t>Furniture</a:t>
          </a:r>
          <a:endParaRPr lang="en-US" sz="1700" dirty="0">
            <a:solidFill>
              <a:srgbClr val="7030A0"/>
            </a:solidFill>
            <a:latin typeface="Rockwell" panose="02060603020205020403" pitchFamily="18" charset="0"/>
          </a:endParaRPr>
        </a:p>
      </dgm:t>
    </dgm:pt>
    <dgm:pt modelId="{AF9C5998-F528-43E0-9BCA-D1329CA17DFA}" type="parTrans" cxnId="{4F6635C3-C866-411F-8142-0E9A45B12AFA}">
      <dgm:prSet/>
      <dgm:spPr/>
      <dgm:t>
        <a:bodyPr/>
        <a:lstStyle/>
        <a:p>
          <a:endParaRPr lang="en-US"/>
        </a:p>
      </dgm:t>
    </dgm:pt>
    <dgm:pt modelId="{7FC8ABBD-8A3D-45AB-8855-36A0860A8B2E}" type="sibTrans" cxnId="{4F6635C3-C866-411F-8142-0E9A45B12AFA}">
      <dgm:prSet/>
      <dgm:spPr/>
      <dgm:t>
        <a:bodyPr/>
        <a:lstStyle/>
        <a:p>
          <a:endParaRPr lang="en-US"/>
        </a:p>
      </dgm:t>
    </dgm:pt>
    <dgm:pt modelId="{49213638-30A3-468D-9D3B-457D17734640}" type="pres">
      <dgm:prSet presAssocID="{329A3A5F-FC95-4F0A-83B2-290E75ABB591}" presName="linear" presStyleCnt="0">
        <dgm:presLayoutVars>
          <dgm:animLvl val="lvl"/>
          <dgm:resizeHandles val="exact"/>
        </dgm:presLayoutVars>
      </dgm:prSet>
      <dgm:spPr/>
    </dgm:pt>
    <dgm:pt modelId="{2EB70311-79B3-45EF-9D86-D1DD6A07B055}" type="pres">
      <dgm:prSet presAssocID="{AAFEBE75-4CAE-410E-9371-21722D773DD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AD7B540-CF72-4824-936A-8F4DCCE49D4A}" type="presOf" srcId="{AAFEBE75-4CAE-410E-9371-21722D773DD4}" destId="{2EB70311-79B3-45EF-9D86-D1DD6A07B055}" srcOrd="0" destOrd="0" presId="urn:microsoft.com/office/officeart/2005/8/layout/vList2"/>
    <dgm:cxn modelId="{258B14AE-2E1F-43E1-A008-4C3A9408A370}" type="presOf" srcId="{329A3A5F-FC95-4F0A-83B2-290E75ABB591}" destId="{49213638-30A3-468D-9D3B-457D17734640}" srcOrd="0" destOrd="0" presId="urn:microsoft.com/office/officeart/2005/8/layout/vList2"/>
    <dgm:cxn modelId="{4F6635C3-C866-411F-8142-0E9A45B12AFA}" srcId="{329A3A5F-FC95-4F0A-83B2-290E75ABB591}" destId="{AAFEBE75-4CAE-410E-9371-21722D773DD4}" srcOrd="0" destOrd="0" parTransId="{AF9C5998-F528-43E0-9BCA-D1329CA17DFA}" sibTransId="{7FC8ABBD-8A3D-45AB-8855-36A0860A8B2E}"/>
    <dgm:cxn modelId="{22F2DC93-F472-4A18-8EE5-4069894DB725}" type="presParOf" srcId="{49213638-30A3-468D-9D3B-457D17734640}" destId="{2EB70311-79B3-45EF-9D86-D1DD6A07B0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63800B1-F709-4BEC-914C-158AA60D0CCB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6DB8A30B-3DBD-43D0-B84D-5D6B2F37452B}">
      <dgm:prSet/>
      <dgm:spPr/>
      <dgm:t>
        <a:bodyPr/>
        <a:lstStyle/>
        <a:p>
          <a:pPr algn="ctr"/>
          <a:r>
            <a:rPr lang="en-US" b="1" dirty="0">
              <a:latin typeface="Rockwell" panose="02060603020205020403" pitchFamily="18" charset="0"/>
            </a:rPr>
            <a:t>REGION ANALYSIS</a:t>
          </a:r>
        </a:p>
      </dgm:t>
    </dgm:pt>
    <dgm:pt modelId="{096E9FB3-325A-4160-B707-894CB388CF4E}" type="parTrans" cxnId="{E4F1909C-8008-4A3D-96F4-77689BA48871}">
      <dgm:prSet/>
      <dgm:spPr/>
      <dgm:t>
        <a:bodyPr/>
        <a:lstStyle/>
        <a:p>
          <a:endParaRPr lang="en-US"/>
        </a:p>
      </dgm:t>
    </dgm:pt>
    <dgm:pt modelId="{DBAB4C45-8343-4B37-8CAD-779B92C1ABE1}" type="sibTrans" cxnId="{E4F1909C-8008-4A3D-96F4-77689BA48871}">
      <dgm:prSet/>
      <dgm:spPr/>
      <dgm:t>
        <a:bodyPr/>
        <a:lstStyle/>
        <a:p>
          <a:endParaRPr lang="en-US"/>
        </a:p>
      </dgm:t>
    </dgm:pt>
    <dgm:pt modelId="{1F6FC57D-4AFF-487D-9F58-D0AB112E7092}" type="pres">
      <dgm:prSet presAssocID="{063800B1-F709-4BEC-914C-158AA60D0CCB}" presName="linear" presStyleCnt="0">
        <dgm:presLayoutVars>
          <dgm:animLvl val="lvl"/>
          <dgm:resizeHandles val="exact"/>
        </dgm:presLayoutVars>
      </dgm:prSet>
      <dgm:spPr/>
    </dgm:pt>
    <dgm:pt modelId="{CCC32CB1-EA5F-4C09-BB64-CFDEBC50B743}" type="pres">
      <dgm:prSet presAssocID="{6DB8A30B-3DBD-43D0-B84D-5D6B2F37452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7BD2B15-CC0E-4201-BA43-8D016216F0C9}" type="presOf" srcId="{063800B1-F709-4BEC-914C-158AA60D0CCB}" destId="{1F6FC57D-4AFF-487D-9F58-D0AB112E7092}" srcOrd="0" destOrd="0" presId="urn:microsoft.com/office/officeart/2005/8/layout/vList2"/>
    <dgm:cxn modelId="{E4F1909C-8008-4A3D-96F4-77689BA48871}" srcId="{063800B1-F709-4BEC-914C-158AA60D0CCB}" destId="{6DB8A30B-3DBD-43D0-B84D-5D6B2F37452B}" srcOrd="0" destOrd="0" parTransId="{096E9FB3-325A-4160-B707-894CB388CF4E}" sibTransId="{DBAB4C45-8343-4B37-8CAD-779B92C1ABE1}"/>
    <dgm:cxn modelId="{40F0BCEB-ABCC-4B47-96AB-16214CDD43CF}" type="presOf" srcId="{6DB8A30B-3DBD-43D0-B84D-5D6B2F37452B}" destId="{CCC32CB1-EA5F-4C09-BB64-CFDEBC50B743}" srcOrd="0" destOrd="0" presId="urn:microsoft.com/office/officeart/2005/8/layout/vList2"/>
    <dgm:cxn modelId="{881D8DC1-1F46-41F8-A48B-A0F74D87D95A}" type="presParOf" srcId="{1F6FC57D-4AFF-487D-9F58-D0AB112E7092}" destId="{CCC32CB1-EA5F-4C09-BB64-CFDEBC50B74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A4AAFB9-66B8-4B47-BAF1-CBE97A472BFF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6AA73852-B5E9-41C1-8B77-08E56E0C8471}">
      <dgm:prSet custT="1"/>
      <dgm:spPr/>
      <dgm:t>
        <a:bodyPr/>
        <a:lstStyle/>
        <a:p>
          <a:pPr algn="ctr"/>
          <a:r>
            <a:rPr lang="en-US" sz="2000" dirty="0">
              <a:solidFill>
                <a:srgbClr val="7030A0"/>
              </a:solidFill>
              <a:latin typeface="Rockwell" panose="02060603020205020403" pitchFamily="18" charset="0"/>
            </a:rPr>
            <a:t>West </a:t>
          </a:r>
        </a:p>
      </dgm:t>
    </dgm:pt>
    <dgm:pt modelId="{B903E2AA-4846-4E8A-B429-3873FCE60484}" type="parTrans" cxnId="{933D3E19-28BD-4DD1-A896-04D72A1FF728}">
      <dgm:prSet/>
      <dgm:spPr/>
      <dgm:t>
        <a:bodyPr/>
        <a:lstStyle/>
        <a:p>
          <a:endParaRPr lang="en-US"/>
        </a:p>
      </dgm:t>
    </dgm:pt>
    <dgm:pt modelId="{EBAE6B98-97EB-4F15-98D8-2A374160B339}" type="sibTrans" cxnId="{933D3E19-28BD-4DD1-A896-04D72A1FF728}">
      <dgm:prSet/>
      <dgm:spPr/>
      <dgm:t>
        <a:bodyPr/>
        <a:lstStyle/>
        <a:p>
          <a:endParaRPr lang="en-US"/>
        </a:p>
      </dgm:t>
    </dgm:pt>
    <dgm:pt modelId="{A970809C-8C45-4321-B05B-243BA35DE12A}" type="pres">
      <dgm:prSet presAssocID="{6A4AAFB9-66B8-4B47-BAF1-CBE97A472BFF}" presName="linear" presStyleCnt="0">
        <dgm:presLayoutVars>
          <dgm:animLvl val="lvl"/>
          <dgm:resizeHandles val="exact"/>
        </dgm:presLayoutVars>
      </dgm:prSet>
      <dgm:spPr/>
    </dgm:pt>
    <dgm:pt modelId="{5E3CC629-CE16-40D5-8C7F-2EE2A64B45CE}" type="pres">
      <dgm:prSet presAssocID="{6AA73852-B5E9-41C1-8B77-08E56E0C847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33D3E19-28BD-4DD1-A896-04D72A1FF728}" srcId="{6A4AAFB9-66B8-4B47-BAF1-CBE97A472BFF}" destId="{6AA73852-B5E9-41C1-8B77-08E56E0C8471}" srcOrd="0" destOrd="0" parTransId="{B903E2AA-4846-4E8A-B429-3873FCE60484}" sibTransId="{EBAE6B98-97EB-4F15-98D8-2A374160B339}"/>
    <dgm:cxn modelId="{6CFC3128-54DD-49BF-8934-931779A66CF1}" type="presOf" srcId="{6A4AAFB9-66B8-4B47-BAF1-CBE97A472BFF}" destId="{A970809C-8C45-4321-B05B-243BA35DE12A}" srcOrd="0" destOrd="0" presId="urn:microsoft.com/office/officeart/2005/8/layout/vList2"/>
    <dgm:cxn modelId="{4F68DC45-D95C-4ED5-A78D-65F106B7AADC}" type="presOf" srcId="{6AA73852-B5E9-41C1-8B77-08E56E0C8471}" destId="{5E3CC629-CE16-40D5-8C7F-2EE2A64B45CE}" srcOrd="0" destOrd="0" presId="urn:microsoft.com/office/officeart/2005/8/layout/vList2"/>
    <dgm:cxn modelId="{D6382E59-47BA-4210-BC64-4E01001D7F41}" type="presParOf" srcId="{A970809C-8C45-4321-B05B-243BA35DE12A}" destId="{5E3CC629-CE16-40D5-8C7F-2EE2A64B45C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599293A2-AC65-4BBB-B0D8-323281C6481F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DA286A0-B26C-486F-B6E7-29A26FB1639B}">
      <dgm:prSet custT="1"/>
      <dgm:spPr/>
      <dgm:t>
        <a:bodyPr/>
        <a:lstStyle/>
        <a:p>
          <a:pPr algn="ctr"/>
          <a:r>
            <a:rPr lang="en-US" sz="2000" b="1" dirty="0">
              <a:solidFill>
                <a:srgbClr val="7030A0"/>
              </a:solidFill>
              <a:latin typeface="Rockwell" panose="02060603020205020403" pitchFamily="18" charset="0"/>
            </a:rPr>
            <a:t>East</a:t>
          </a:r>
          <a:endParaRPr lang="en-US" sz="2000" dirty="0">
            <a:solidFill>
              <a:srgbClr val="7030A0"/>
            </a:solidFill>
            <a:latin typeface="Rockwell" panose="02060603020205020403" pitchFamily="18" charset="0"/>
          </a:endParaRPr>
        </a:p>
      </dgm:t>
    </dgm:pt>
    <dgm:pt modelId="{57F37F09-A12E-400D-95DE-90ADF71F5017}" type="parTrans" cxnId="{6FBF4740-DD01-49CA-AF24-DA6DD4366132}">
      <dgm:prSet/>
      <dgm:spPr/>
      <dgm:t>
        <a:bodyPr/>
        <a:lstStyle/>
        <a:p>
          <a:endParaRPr lang="en-US"/>
        </a:p>
      </dgm:t>
    </dgm:pt>
    <dgm:pt modelId="{D10DA9FC-083B-4FC8-B18A-2A6D16E57C96}" type="sibTrans" cxnId="{6FBF4740-DD01-49CA-AF24-DA6DD4366132}">
      <dgm:prSet/>
      <dgm:spPr/>
      <dgm:t>
        <a:bodyPr/>
        <a:lstStyle/>
        <a:p>
          <a:endParaRPr lang="en-US"/>
        </a:p>
      </dgm:t>
    </dgm:pt>
    <dgm:pt modelId="{4C479572-69E1-4E21-8720-C420A49C51D1}" type="pres">
      <dgm:prSet presAssocID="{599293A2-AC65-4BBB-B0D8-323281C6481F}" presName="linear" presStyleCnt="0">
        <dgm:presLayoutVars>
          <dgm:animLvl val="lvl"/>
          <dgm:resizeHandles val="exact"/>
        </dgm:presLayoutVars>
      </dgm:prSet>
      <dgm:spPr/>
    </dgm:pt>
    <dgm:pt modelId="{8EC249D5-3CCC-4313-BE85-40735BAEFC85}" type="pres">
      <dgm:prSet presAssocID="{ADA286A0-B26C-486F-B6E7-29A26FB1639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5649539-1BED-4C60-967A-BF4E3998673C}" type="presOf" srcId="{599293A2-AC65-4BBB-B0D8-323281C6481F}" destId="{4C479572-69E1-4E21-8720-C420A49C51D1}" srcOrd="0" destOrd="0" presId="urn:microsoft.com/office/officeart/2005/8/layout/vList2"/>
    <dgm:cxn modelId="{6FBF4740-DD01-49CA-AF24-DA6DD4366132}" srcId="{599293A2-AC65-4BBB-B0D8-323281C6481F}" destId="{ADA286A0-B26C-486F-B6E7-29A26FB1639B}" srcOrd="0" destOrd="0" parTransId="{57F37F09-A12E-400D-95DE-90ADF71F5017}" sibTransId="{D10DA9FC-083B-4FC8-B18A-2A6D16E57C96}"/>
    <dgm:cxn modelId="{5A270CF2-4F9D-4BE5-8515-4A627A2CA45B}" type="presOf" srcId="{ADA286A0-B26C-486F-B6E7-29A26FB1639B}" destId="{8EC249D5-3CCC-4313-BE85-40735BAEFC85}" srcOrd="0" destOrd="0" presId="urn:microsoft.com/office/officeart/2005/8/layout/vList2"/>
    <dgm:cxn modelId="{55A894AC-0493-4B07-955C-283A0749A5F1}" type="presParOf" srcId="{4C479572-69E1-4E21-8720-C420A49C51D1}" destId="{8EC249D5-3CCC-4313-BE85-40735BAEFC8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329A3A5F-FC95-4F0A-83B2-290E75ABB591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AFEBE75-4CAE-410E-9371-21722D773DD4}">
      <dgm:prSet/>
      <dgm:spPr/>
      <dgm:t>
        <a:bodyPr/>
        <a:lstStyle/>
        <a:p>
          <a:pPr algn="ctr"/>
          <a:r>
            <a:rPr lang="en-US" b="1" dirty="0">
              <a:solidFill>
                <a:srgbClr val="7030A0"/>
              </a:solidFill>
              <a:latin typeface="Rockwell" panose="02060603020205020403" pitchFamily="18" charset="0"/>
            </a:rPr>
            <a:t>Central &amp; South</a:t>
          </a:r>
          <a:endParaRPr lang="en-US" dirty="0">
            <a:solidFill>
              <a:srgbClr val="7030A0"/>
            </a:solidFill>
            <a:latin typeface="Rockwell" panose="02060603020205020403" pitchFamily="18" charset="0"/>
          </a:endParaRPr>
        </a:p>
      </dgm:t>
    </dgm:pt>
    <dgm:pt modelId="{AF9C5998-F528-43E0-9BCA-D1329CA17DFA}" type="parTrans" cxnId="{4F6635C3-C866-411F-8142-0E9A45B12AFA}">
      <dgm:prSet/>
      <dgm:spPr/>
      <dgm:t>
        <a:bodyPr/>
        <a:lstStyle/>
        <a:p>
          <a:endParaRPr lang="en-US"/>
        </a:p>
      </dgm:t>
    </dgm:pt>
    <dgm:pt modelId="{7FC8ABBD-8A3D-45AB-8855-36A0860A8B2E}" type="sibTrans" cxnId="{4F6635C3-C866-411F-8142-0E9A45B12AFA}">
      <dgm:prSet/>
      <dgm:spPr/>
      <dgm:t>
        <a:bodyPr/>
        <a:lstStyle/>
        <a:p>
          <a:endParaRPr lang="en-US"/>
        </a:p>
      </dgm:t>
    </dgm:pt>
    <dgm:pt modelId="{49213638-30A3-468D-9D3B-457D17734640}" type="pres">
      <dgm:prSet presAssocID="{329A3A5F-FC95-4F0A-83B2-290E75ABB591}" presName="linear" presStyleCnt="0">
        <dgm:presLayoutVars>
          <dgm:animLvl val="lvl"/>
          <dgm:resizeHandles val="exact"/>
        </dgm:presLayoutVars>
      </dgm:prSet>
      <dgm:spPr/>
    </dgm:pt>
    <dgm:pt modelId="{2EB70311-79B3-45EF-9D86-D1DD6A07B055}" type="pres">
      <dgm:prSet presAssocID="{AAFEBE75-4CAE-410E-9371-21722D773DD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AD7B540-CF72-4824-936A-8F4DCCE49D4A}" type="presOf" srcId="{AAFEBE75-4CAE-410E-9371-21722D773DD4}" destId="{2EB70311-79B3-45EF-9D86-D1DD6A07B055}" srcOrd="0" destOrd="0" presId="urn:microsoft.com/office/officeart/2005/8/layout/vList2"/>
    <dgm:cxn modelId="{258B14AE-2E1F-43E1-A008-4C3A9408A370}" type="presOf" srcId="{329A3A5F-FC95-4F0A-83B2-290E75ABB591}" destId="{49213638-30A3-468D-9D3B-457D17734640}" srcOrd="0" destOrd="0" presId="urn:microsoft.com/office/officeart/2005/8/layout/vList2"/>
    <dgm:cxn modelId="{4F6635C3-C866-411F-8142-0E9A45B12AFA}" srcId="{329A3A5F-FC95-4F0A-83B2-290E75ABB591}" destId="{AAFEBE75-4CAE-410E-9371-21722D773DD4}" srcOrd="0" destOrd="0" parTransId="{AF9C5998-F528-43E0-9BCA-D1329CA17DFA}" sibTransId="{7FC8ABBD-8A3D-45AB-8855-36A0860A8B2E}"/>
    <dgm:cxn modelId="{22F2DC93-F472-4A18-8EE5-4069894DB725}" type="presParOf" srcId="{49213638-30A3-468D-9D3B-457D17734640}" destId="{2EB70311-79B3-45EF-9D86-D1DD6A07B0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6A4AAFB9-66B8-4B47-BAF1-CBE97A472BFF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6AA73852-B5E9-41C1-8B77-08E56E0C8471}">
      <dgm:prSet custT="1"/>
      <dgm:spPr/>
      <dgm:t>
        <a:bodyPr/>
        <a:lstStyle/>
        <a:p>
          <a:pPr algn="ctr"/>
          <a:r>
            <a:rPr lang="en-US" sz="1800" b="1" kern="1200" dirty="0">
              <a:solidFill>
                <a:srgbClr val="7030A0"/>
              </a:solidFill>
              <a:latin typeface="Rockwell" panose="02060603020205020403" pitchFamily="18" charset="0"/>
              <a:ea typeface="+mn-ea"/>
              <a:cs typeface="+mn-cs"/>
            </a:rPr>
            <a:t>MINIMUM DISOUNT-0</a:t>
          </a:r>
        </a:p>
      </dgm:t>
    </dgm:pt>
    <dgm:pt modelId="{B903E2AA-4846-4E8A-B429-3873FCE60484}" type="parTrans" cxnId="{933D3E19-28BD-4DD1-A896-04D72A1FF728}">
      <dgm:prSet/>
      <dgm:spPr/>
      <dgm:t>
        <a:bodyPr/>
        <a:lstStyle/>
        <a:p>
          <a:endParaRPr lang="en-US"/>
        </a:p>
      </dgm:t>
    </dgm:pt>
    <dgm:pt modelId="{EBAE6B98-97EB-4F15-98D8-2A374160B339}" type="sibTrans" cxnId="{933D3E19-28BD-4DD1-A896-04D72A1FF728}">
      <dgm:prSet/>
      <dgm:spPr/>
      <dgm:t>
        <a:bodyPr/>
        <a:lstStyle/>
        <a:p>
          <a:endParaRPr lang="en-US"/>
        </a:p>
      </dgm:t>
    </dgm:pt>
    <dgm:pt modelId="{A970809C-8C45-4321-B05B-243BA35DE12A}" type="pres">
      <dgm:prSet presAssocID="{6A4AAFB9-66B8-4B47-BAF1-CBE97A472BFF}" presName="linear" presStyleCnt="0">
        <dgm:presLayoutVars>
          <dgm:animLvl val="lvl"/>
          <dgm:resizeHandles val="exact"/>
        </dgm:presLayoutVars>
      </dgm:prSet>
      <dgm:spPr/>
    </dgm:pt>
    <dgm:pt modelId="{5E3CC629-CE16-40D5-8C7F-2EE2A64B45CE}" type="pres">
      <dgm:prSet presAssocID="{6AA73852-B5E9-41C1-8B77-08E56E0C8471}" presName="parentText" presStyleLbl="node1" presStyleIdx="0" presStyleCnt="1" custLinFactNeighborX="-2693" custLinFactNeighborY="-11963">
        <dgm:presLayoutVars>
          <dgm:chMax val="0"/>
          <dgm:bulletEnabled val="1"/>
        </dgm:presLayoutVars>
      </dgm:prSet>
      <dgm:spPr/>
    </dgm:pt>
  </dgm:ptLst>
  <dgm:cxnLst>
    <dgm:cxn modelId="{933D3E19-28BD-4DD1-A896-04D72A1FF728}" srcId="{6A4AAFB9-66B8-4B47-BAF1-CBE97A472BFF}" destId="{6AA73852-B5E9-41C1-8B77-08E56E0C8471}" srcOrd="0" destOrd="0" parTransId="{B903E2AA-4846-4E8A-B429-3873FCE60484}" sibTransId="{EBAE6B98-97EB-4F15-98D8-2A374160B339}"/>
    <dgm:cxn modelId="{6CFC3128-54DD-49BF-8934-931779A66CF1}" type="presOf" srcId="{6A4AAFB9-66B8-4B47-BAF1-CBE97A472BFF}" destId="{A970809C-8C45-4321-B05B-243BA35DE12A}" srcOrd="0" destOrd="0" presId="urn:microsoft.com/office/officeart/2005/8/layout/vList2"/>
    <dgm:cxn modelId="{4F68DC45-D95C-4ED5-A78D-65F106B7AADC}" type="presOf" srcId="{6AA73852-B5E9-41C1-8B77-08E56E0C8471}" destId="{5E3CC629-CE16-40D5-8C7F-2EE2A64B45CE}" srcOrd="0" destOrd="0" presId="urn:microsoft.com/office/officeart/2005/8/layout/vList2"/>
    <dgm:cxn modelId="{D6382E59-47BA-4210-BC64-4E01001D7F41}" type="presParOf" srcId="{A970809C-8C45-4321-B05B-243BA35DE12A}" destId="{5E3CC629-CE16-40D5-8C7F-2EE2A64B45C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599293A2-AC65-4BBB-B0D8-323281C6481F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DA286A0-B26C-486F-B6E7-29A26FB1639B}">
      <dgm:prSet custT="1"/>
      <dgm:spPr/>
      <dgm:t>
        <a:bodyPr/>
        <a:lstStyle/>
        <a:p>
          <a:pPr algn="ctr"/>
          <a:r>
            <a:rPr lang="en-US" sz="1800" b="1" dirty="0">
              <a:solidFill>
                <a:srgbClr val="7030A0"/>
              </a:solidFill>
              <a:latin typeface="Rockwell" panose="02060603020205020403" pitchFamily="18" charset="0"/>
              <a:ea typeface="+mn-ea"/>
              <a:cs typeface="+mn-cs"/>
            </a:rPr>
            <a:t>MAXIMUM DISOUNT-0.8</a:t>
          </a:r>
          <a:endParaRPr lang="en-US" sz="1800" b="1" dirty="0">
            <a:solidFill>
              <a:srgbClr val="7030A0"/>
            </a:solidFill>
            <a:latin typeface="Rockwell" panose="02060603020205020403" pitchFamily="18" charset="0"/>
          </a:endParaRPr>
        </a:p>
      </dgm:t>
    </dgm:pt>
    <dgm:pt modelId="{57F37F09-A12E-400D-95DE-90ADF71F5017}" type="parTrans" cxnId="{6FBF4740-DD01-49CA-AF24-DA6DD4366132}">
      <dgm:prSet/>
      <dgm:spPr/>
      <dgm:t>
        <a:bodyPr/>
        <a:lstStyle/>
        <a:p>
          <a:endParaRPr lang="en-US"/>
        </a:p>
      </dgm:t>
    </dgm:pt>
    <dgm:pt modelId="{D10DA9FC-083B-4FC8-B18A-2A6D16E57C96}" type="sibTrans" cxnId="{6FBF4740-DD01-49CA-AF24-DA6DD4366132}">
      <dgm:prSet/>
      <dgm:spPr/>
      <dgm:t>
        <a:bodyPr/>
        <a:lstStyle/>
        <a:p>
          <a:endParaRPr lang="en-US"/>
        </a:p>
      </dgm:t>
    </dgm:pt>
    <dgm:pt modelId="{4C479572-69E1-4E21-8720-C420A49C51D1}" type="pres">
      <dgm:prSet presAssocID="{599293A2-AC65-4BBB-B0D8-323281C6481F}" presName="linear" presStyleCnt="0">
        <dgm:presLayoutVars>
          <dgm:animLvl val="lvl"/>
          <dgm:resizeHandles val="exact"/>
        </dgm:presLayoutVars>
      </dgm:prSet>
      <dgm:spPr/>
    </dgm:pt>
    <dgm:pt modelId="{8EC249D5-3CCC-4313-BE85-40735BAEFC85}" type="pres">
      <dgm:prSet presAssocID="{ADA286A0-B26C-486F-B6E7-29A26FB1639B}" presName="parentText" presStyleLbl="node1" presStyleIdx="0" presStyleCnt="1" custLinFactNeighborX="-8484" custLinFactNeighborY="-5947">
        <dgm:presLayoutVars>
          <dgm:chMax val="0"/>
          <dgm:bulletEnabled val="1"/>
        </dgm:presLayoutVars>
      </dgm:prSet>
      <dgm:spPr/>
    </dgm:pt>
  </dgm:ptLst>
  <dgm:cxnLst>
    <dgm:cxn modelId="{35649539-1BED-4C60-967A-BF4E3998673C}" type="presOf" srcId="{599293A2-AC65-4BBB-B0D8-323281C6481F}" destId="{4C479572-69E1-4E21-8720-C420A49C51D1}" srcOrd="0" destOrd="0" presId="urn:microsoft.com/office/officeart/2005/8/layout/vList2"/>
    <dgm:cxn modelId="{6FBF4740-DD01-49CA-AF24-DA6DD4366132}" srcId="{599293A2-AC65-4BBB-B0D8-323281C6481F}" destId="{ADA286A0-B26C-486F-B6E7-29A26FB1639B}" srcOrd="0" destOrd="0" parTransId="{57F37F09-A12E-400D-95DE-90ADF71F5017}" sibTransId="{D10DA9FC-083B-4FC8-B18A-2A6D16E57C96}"/>
    <dgm:cxn modelId="{5A270CF2-4F9D-4BE5-8515-4A627A2CA45B}" type="presOf" srcId="{ADA286A0-B26C-486F-B6E7-29A26FB1639B}" destId="{8EC249D5-3CCC-4313-BE85-40735BAEFC85}" srcOrd="0" destOrd="0" presId="urn:microsoft.com/office/officeart/2005/8/layout/vList2"/>
    <dgm:cxn modelId="{55A894AC-0493-4B07-955C-283A0749A5F1}" type="presParOf" srcId="{4C479572-69E1-4E21-8720-C420A49C51D1}" destId="{8EC249D5-3CCC-4313-BE85-40735BAEFC8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329A3A5F-FC95-4F0A-83B2-290E75ABB591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AFEBE75-4CAE-410E-9371-21722D773DD4}">
      <dgm:prSet custT="1"/>
      <dgm:spPr/>
      <dgm:t>
        <a:bodyPr/>
        <a:lstStyle/>
        <a:p>
          <a:pPr algn="ctr"/>
          <a:r>
            <a:rPr lang="en-US" sz="1800" b="1" dirty="0">
              <a:solidFill>
                <a:srgbClr val="7030A0"/>
              </a:solidFill>
              <a:latin typeface="Rockwell" panose="02060603020205020403" pitchFamily="18" charset="0"/>
              <a:ea typeface="+mn-ea"/>
              <a:cs typeface="+mn-cs"/>
            </a:rPr>
            <a:t>AVERAGE DISOUNT-0.156</a:t>
          </a:r>
          <a:endParaRPr lang="en-US" sz="1600" dirty="0">
            <a:solidFill>
              <a:srgbClr val="7030A0"/>
            </a:solidFill>
            <a:latin typeface="Rockwell" panose="02060603020205020403" pitchFamily="18" charset="0"/>
          </a:endParaRPr>
        </a:p>
      </dgm:t>
    </dgm:pt>
    <dgm:pt modelId="{AF9C5998-F528-43E0-9BCA-D1329CA17DFA}" type="parTrans" cxnId="{4F6635C3-C866-411F-8142-0E9A45B12AFA}">
      <dgm:prSet/>
      <dgm:spPr/>
      <dgm:t>
        <a:bodyPr/>
        <a:lstStyle/>
        <a:p>
          <a:endParaRPr lang="en-US"/>
        </a:p>
      </dgm:t>
    </dgm:pt>
    <dgm:pt modelId="{7FC8ABBD-8A3D-45AB-8855-36A0860A8B2E}" type="sibTrans" cxnId="{4F6635C3-C866-411F-8142-0E9A45B12AFA}">
      <dgm:prSet/>
      <dgm:spPr/>
      <dgm:t>
        <a:bodyPr/>
        <a:lstStyle/>
        <a:p>
          <a:endParaRPr lang="en-US"/>
        </a:p>
      </dgm:t>
    </dgm:pt>
    <dgm:pt modelId="{49213638-30A3-468D-9D3B-457D17734640}" type="pres">
      <dgm:prSet presAssocID="{329A3A5F-FC95-4F0A-83B2-290E75ABB591}" presName="linear" presStyleCnt="0">
        <dgm:presLayoutVars>
          <dgm:animLvl val="lvl"/>
          <dgm:resizeHandles val="exact"/>
        </dgm:presLayoutVars>
      </dgm:prSet>
      <dgm:spPr/>
    </dgm:pt>
    <dgm:pt modelId="{2EB70311-79B3-45EF-9D86-D1DD6A07B055}" type="pres">
      <dgm:prSet presAssocID="{AAFEBE75-4CAE-410E-9371-21722D773DD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AD7B540-CF72-4824-936A-8F4DCCE49D4A}" type="presOf" srcId="{AAFEBE75-4CAE-410E-9371-21722D773DD4}" destId="{2EB70311-79B3-45EF-9D86-D1DD6A07B055}" srcOrd="0" destOrd="0" presId="urn:microsoft.com/office/officeart/2005/8/layout/vList2"/>
    <dgm:cxn modelId="{258B14AE-2E1F-43E1-A008-4C3A9408A370}" type="presOf" srcId="{329A3A5F-FC95-4F0A-83B2-290E75ABB591}" destId="{49213638-30A3-468D-9D3B-457D17734640}" srcOrd="0" destOrd="0" presId="urn:microsoft.com/office/officeart/2005/8/layout/vList2"/>
    <dgm:cxn modelId="{4F6635C3-C866-411F-8142-0E9A45B12AFA}" srcId="{329A3A5F-FC95-4F0A-83B2-290E75ABB591}" destId="{AAFEBE75-4CAE-410E-9371-21722D773DD4}" srcOrd="0" destOrd="0" parTransId="{AF9C5998-F528-43E0-9BCA-D1329CA17DFA}" sibTransId="{7FC8ABBD-8A3D-45AB-8855-36A0860A8B2E}"/>
    <dgm:cxn modelId="{22F2DC93-F472-4A18-8EE5-4069894DB725}" type="presParOf" srcId="{49213638-30A3-468D-9D3B-457D17734640}" destId="{2EB70311-79B3-45EF-9D86-D1DD6A07B0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063800B1-F709-4BEC-914C-158AA60D0CCB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6DB8A30B-3DBD-43D0-B84D-5D6B2F37452B}">
      <dgm:prSet custT="1"/>
      <dgm:spPr/>
      <dgm:t>
        <a:bodyPr/>
        <a:lstStyle/>
        <a:p>
          <a:pPr algn="ctr"/>
          <a:r>
            <a:rPr lang="en-US" sz="2800" b="1" kern="1200" dirty="0">
              <a:solidFill>
                <a:srgbClr val="0E5580">
                  <a:hueOff val="0"/>
                  <a:satOff val="0"/>
                  <a:lumOff val="0"/>
                  <a:alphaOff val="0"/>
                </a:srgbClr>
              </a:solidFill>
              <a:latin typeface="Rockwell" panose="02060603020205020403" pitchFamily="18" charset="0"/>
              <a:ea typeface="+mn-ea"/>
              <a:cs typeface="+mn-cs"/>
            </a:rPr>
            <a:t>PROFIT MARGIN ANALYSIS</a:t>
          </a:r>
        </a:p>
      </dgm:t>
    </dgm:pt>
    <dgm:pt modelId="{096E9FB3-325A-4160-B707-894CB388CF4E}" type="parTrans" cxnId="{E4F1909C-8008-4A3D-96F4-77689BA48871}">
      <dgm:prSet/>
      <dgm:spPr/>
      <dgm:t>
        <a:bodyPr/>
        <a:lstStyle/>
        <a:p>
          <a:endParaRPr lang="en-US"/>
        </a:p>
      </dgm:t>
    </dgm:pt>
    <dgm:pt modelId="{DBAB4C45-8343-4B37-8CAD-779B92C1ABE1}" type="sibTrans" cxnId="{E4F1909C-8008-4A3D-96F4-77689BA48871}">
      <dgm:prSet/>
      <dgm:spPr/>
      <dgm:t>
        <a:bodyPr/>
        <a:lstStyle/>
        <a:p>
          <a:endParaRPr lang="en-US"/>
        </a:p>
      </dgm:t>
    </dgm:pt>
    <dgm:pt modelId="{1F6FC57D-4AFF-487D-9F58-D0AB112E7092}" type="pres">
      <dgm:prSet presAssocID="{063800B1-F709-4BEC-914C-158AA60D0CCB}" presName="linear" presStyleCnt="0">
        <dgm:presLayoutVars>
          <dgm:animLvl val="lvl"/>
          <dgm:resizeHandles val="exact"/>
        </dgm:presLayoutVars>
      </dgm:prSet>
      <dgm:spPr/>
    </dgm:pt>
    <dgm:pt modelId="{CCC32CB1-EA5F-4C09-BB64-CFDEBC50B743}" type="pres">
      <dgm:prSet presAssocID="{6DB8A30B-3DBD-43D0-B84D-5D6B2F37452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7BD2B15-CC0E-4201-BA43-8D016216F0C9}" type="presOf" srcId="{063800B1-F709-4BEC-914C-158AA60D0CCB}" destId="{1F6FC57D-4AFF-487D-9F58-D0AB112E7092}" srcOrd="0" destOrd="0" presId="urn:microsoft.com/office/officeart/2005/8/layout/vList2"/>
    <dgm:cxn modelId="{E4F1909C-8008-4A3D-96F4-77689BA48871}" srcId="{063800B1-F709-4BEC-914C-158AA60D0CCB}" destId="{6DB8A30B-3DBD-43D0-B84D-5D6B2F37452B}" srcOrd="0" destOrd="0" parTransId="{096E9FB3-325A-4160-B707-894CB388CF4E}" sibTransId="{DBAB4C45-8343-4B37-8CAD-779B92C1ABE1}"/>
    <dgm:cxn modelId="{40F0BCEB-ABCC-4B47-96AB-16214CDD43CF}" type="presOf" srcId="{6DB8A30B-3DBD-43D0-B84D-5D6B2F37452B}" destId="{CCC32CB1-EA5F-4C09-BB64-CFDEBC50B743}" srcOrd="0" destOrd="0" presId="urn:microsoft.com/office/officeart/2005/8/layout/vList2"/>
    <dgm:cxn modelId="{881D8DC1-1F46-41F8-A48B-A0F74D87D95A}" type="presParOf" srcId="{1F6FC57D-4AFF-487D-9F58-D0AB112E7092}" destId="{CCC32CB1-EA5F-4C09-BB64-CFDEBC50B74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6A4AAFB9-66B8-4B47-BAF1-CBE97A472BFF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6AA73852-B5E9-41C1-8B77-08E56E0C8471}">
      <dgm:prSet custT="1"/>
      <dgm:spPr/>
      <dgm:t>
        <a:bodyPr/>
        <a:lstStyle/>
        <a:p>
          <a:pPr algn="ctr"/>
          <a:r>
            <a:rPr lang="en-US" sz="2000" b="1" dirty="0">
              <a:solidFill>
                <a:srgbClr val="7030A0"/>
              </a:solidFill>
              <a:latin typeface="Rockwell" panose="02060603020205020403" pitchFamily="18" charset="0"/>
            </a:rPr>
            <a:t>Technology </a:t>
          </a:r>
        </a:p>
      </dgm:t>
    </dgm:pt>
    <dgm:pt modelId="{B903E2AA-4846-4E8A-B429-3873FCE60484}" type="parTrans" cxnId="{933D3E19-28BD-4DD1-A896-04D72A1FF728}">
      <dgm:prSet/>
      <dgm:spPr/>
      <dgm:t>
        <a:bodyPr/>
        <a:lstStyle/>
        <a:p>
          <a:endParaRPr lang="en-US"/>
        </a:p>
      </dgm:t>
    </dgm:pt>
    <dgm:pt modelId="{EBAE6B98-97EB-4F15-98D8-2A374160B339}" type="sibTrans" cxnId="{933D3E19-28BD-4DD1-A896-04D72A1FF728}">
      <dgm:prSet/>
      <dgm:spPr/>
      <dgm:t>
        <a:bodyPr/>
        <a:lstStyle/>
        <a:p>
          <a:endParaRPr lang="en-US"/>
        </a:p>
      </dgm:t>
    </dgm:pt>
    <dgm:pt modelId="{A970809C-8C45-4321-B05B-243BA35DE12A}" type="pres">
      <dgm:prSet presAssocID="{6A4AAFB9-66B8-4B47-BAF1-CBE97A472BFF}" presName="linear" presStyleCnt="0">
        <dgm:presLayoutVars>
          <dgm:animLvl val="lvl"/>
          <dgm:resizeHandles val="exact"/>
        </dgm:presLayoutVars>
      </dgm:prSet>
      <dgm:spPr/>
    </dgm:pt>
    <dgm:pt modelId="{5E3CC629-CE16-40D5-8C7F-2EE2A64B45CE}" type="pres">
      <dgm:prSet presAssocID="{6AA73852-B5E9-41C1-8B77-08E56E0C847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33D3E19-28BD-4DD1-A896-04D72A1FF728}" srcId="{6A4AAFB9-66B8-4B47-BAF1-CBE97A472BFF}" destId="{6AA73852-B5E9-41C1-8B77-08E56E0C8471}" srcOrd="0" destOrd="0" parTransId="{B903E2AA-4846-4E8A-B429-3873FCE60484}" sibTransId="{EBAE6B98-97EB-4F15-98D8-2A374160B339}"/>
    <dgm:cxn modelId="{6CFC3128-54DD-49BF-8934-931779A66CF1}" type="presOf" srcId="{6A4AAFB9-66B8-4B47-BAF1-CBE97A472BFF}" destId="{A970809C-8C45-4321-B05B-243BA35DE12A}" srcOrd="0" destOrd="0" presId="urn:microsoft.com/office/officeart/2005/8/layout/vList2"/>
    <dgm:cxn modelId="{4F68DC45-D95C-4ED5-A78D-65F106B7AADC}" type="presOf" srcId="{6AA73852-B5E9-41C1-8B77-08E56E0C8471}" destId="{5E3CC629-CE16-40D5-8C7F-2EE2A64B45CE}" srcOrd="0" destOrd="0" presId="urn:microsoft.com/office/officeart/2005/8/layout/vList2"/>
    <dgm:cxn modelId="{D6382E59-47BA-4210-BC64-4E01001D7F41}" type="presParOf" srcId="{A970809C-8C45-4321-B05B-243BA35DE12A}" destId="{5E3CC629-CE16-40D5-8C7F-2EE2A64B45C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599293A2-AC65-4BBB-B0D8-323281C6481F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DA286A0-B26C-486F-B6E7-29A26FB1639B}">
      <dgm:prSet custT="1"/>
      <dgm:spPr/>
      <dgm:t>
        <a:bodyPr/>
        <a:lstStyle/>
        <a:p>
          <a:pPr algn="ctr"/>
          <a:r>
            <a:rPr lang="en-US" sz="2000" b="1" dirty="0">
              <a:solidFill>
                <a:srgbClr val="7030A0"/>
              </a:solidFill>
              <a:latin typeface="Rockwell" panose="02060603020205020403" pitchFamily="18" charset="0"/>
            </a:rPr>
            <a:t>Furniture</a:t>
          </a:r>
        </a:p>
      </dgm:t>
    </dgm:pt>
    <dgm:pt modelId="{57F37F09-A12E-400D-95DE-90ADF71F5017}" type="parTrans" cxnId="{6FBF4740-DD01-49CA-AF24-DA6DD4366132}">
      <dgm:prSet/>
      <dgm:spPr/>
      <dgm:t>
        <a:bodyPr/>
        <a:lstStyle/>
        <a:p>
          <a:endParaRPr lang="en-US"/>
        </a:p>
      </dgm:t>
    </dgm:pt>
    <dgm:pt modelId="{D10DA9FC-083B-4FC8-B18A-2A6D16E57C96}" type="sibTrans" cxnId="{6FBF4740-DD01-49CA-AF24-DA6DD4366132}">
      <dgm:prSet/>
      <dgm:spPr/>
      <dgm:t>
        <a:bodyPr/>
        <a:lstStyle/>
        <a:p>
          <a:endParaRPr lang="en-US"/>
        </a:p>
      </dgm:t>
    </dgm:pt>
    <dgm:pt modelId="{4C479572-69E1-4E21-8720-C420A49C51D1}" type="pres">
      <dgm:prSet presAssocID="{599293A2-AC65-4BBB-B0D8-323281C6481F}" presName="linear" presStyleCnt="0">
        <dgm:presLayoutVars>
          <dgm:animLvl val="lvl"/>
          <dgm:resizeHandles val="exact"/>
        </dgm:presLayoutVars>
      </dgm:prSet>
      <dgm:spPr/>
    </dgm:pt>
    <dgm:pt modelId="{8EC249D5-3CCC-4313-BE85-40735BAEFC85}" type="pres">
      <dgm:prSet presAssocID="{ADA286A0-B26C-486F-B6E7-29A26FB1639B}" presName="parentText" presStyleLbl="node1" presStyleIdx="0" presStyleCnt="1" custLinFactNeighborX="1444" custLinFactNeighborY="-26">
        <dgm:presLayoutVars>
          <dgm:chMax val="0"/>
          <dgm:bulletEnabled val="1"/>
        </dgm:presLayoutVars>
      </dgm:prSet>
      <dgm:spPr/>
    </dgm:pt>
  </dgm:ptLst>
  <dgm:cxnLst>
    <dgm:cxn modelId="{35649539-1BED-4C60-967A-BF4E3998673C}" type="presOf" srcId="{599293A2-AC65-4BBB-B0D8-323281C6481F}" destId="{4C479572-69E1-4E21-8720-C420A49C51D1}" srcOrd="0" destOrd="0" presId="urn:microsoft.com/office/officeart/2005/8/layout/vList2"/>
    <dgm:cxn modelId="{6FBF4740-DD01-49CA-AF24-DA6DD4366132}" srcId="{599293A2-AC65-4BBB-B0D8-323281C6481F}" destId="{ADA286A0-B26C-486F-B6E7-29A26FB1639B}" srcOrd="0" destOrd="0" parTransId="{57F37F09-A12E-400D-95DE-90ADF71F5017}" sibTransId="{D10DA9FC-083B-4FC8-B18A-2A6D16E57C96}"/>
    <dgm:cxn modelId="{5A270CF2-4F9D-4BE5-8515-4A627A2CA45B}" type="presOf" srcId="{ADA286A0-B26C-486F-B6E7-29A26FB1639B}" destId="{8EC249D5-3CCC-4313-BE85-40735BAEFC85}" srcOrd="0" destOrd="0" presId="urn:microsoft.com/office/officeart/2005/8/layout/vList2"/>
    <dgm:cxn modelId="{55A894AC-0493-4B07-955C-283A0749A5F1}" type="presParOf" srcId="{4C479572-69E1-4E21-8720-C420A49C51D1}" destId="{8EC249D5-3CCC-4313-BE85-40735BAEFC8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6A4AAFB9-66B8-4B47-BAF1-CBE97A472BFF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6AA73852-B5E9-41C1-8B77-08E56E0C8471}">
      <dgm:prSet custT="1"/>
      <dgm:spPr/>
      <dgm:t>
        <a:bodyPr/>
        <a:lstStyle/>
        <a:p>
          <a:pPr algn="ctr"/>
          <a:r>
            <a:rPr lang="en-US" sz="2000" b="1" dirty="0">
              <a:solidFill>
                <a:srgbClr val="7030A0"/>
              </a:solidFill>
              <a:latin typeface="Rockwell" panose="02060603020205020403" pitchFamily="18" charset="0"/>
            </a:rPr>
            <a:t>Top City</a:t>
          </a:r>
        </a:p>
      </dgm:t>
    </dgm:pt>
    <dgm:pt modelId="{B903E2AA-4846-4E8A-B429-3873FCE60484}" type="parTrans" cxnId="{933D3E19-28BD-4DD1-A896-04D72A1FF728}">
      <dgm:prSet/>
      <dgm:spPr/>
      <dgm:t>
        <a:bodyPr/>
        <a:lstStyle/>
        <a:p>
          <a:endParaRPr lang="en-US"/>
        </a:p>
      </dgm:t>
    </dgm:pt>
    <dgm:pt modelId="{EBAE6B98-97EB-4F15-98D8-2A374160B339}" type="sibTrans" cxnId="{933D3E19-28BD-4DD1-A896-04D72A1FF728}">
      <dgm:prSet/>
      <dgm:spPr/>
      <dgm:t>
        <a:bodyPr/>
        <a:lstStyle/>
        <a:p>
          <a:endParaRPr lang="en-US"/>
        </a:p>
      </dgm:t>
    </dgm:pt>
    <dgm:pt modelId="{A970809C-8C45-4321-B05B-243BA35DE12A}" type="pres">
      <dgm:prSet presAssocID="{6A4AAFB9-66B8-4B47-BAF1-CBE97A472BFF}" presName="linear" presStyleCnt="0">
        <dgm:presLayoutVars>
          <dgm:animLvl val="lvl"/>
          <dgm:resizeHandles val="exact"/>
        </dgm:presLayoutVars>
      </dgm:prSet>
      <dgm:spPr/>
    </dgm:pt>
    <dgm:pt modelId="{5E3CC629-CE16-40D5-8C7F-2EE2A64B45CE}" type="pres">
      <dgm:prSet presAssocID="{6AA73852-B5E9-41C1-8B77-08E56E0C847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33D3E19-28BD-4DD1-A896-04D72A1FF728}" srcId="{6A4AAFB9-66B8-4B47-BAF1-CBE97A472BFF}" destId="{6AA73852-B5E9-41C1-8B77-08E56E0C8471}" srcOrd="0" destOrd="0" parTransId="{B903E2AA-4846-4E8A-B429-3873FCE60484}" sibTransId="{EBAE6B98-97EB-4F15-98D8-2A374160B339}"/>
    <dgm:cxn modelId="{6CFC3128-54DD-49BF-8934-931779A66CF1}" type="presOf" srcId="{6A4AAFB9-66B8-4B47-BAF1-CBE97A472BFF}" destId="{A970809C-8C45-4321-B05B-243BA35DE12A}" srcOrd="0" destOrd="0" presId="urn:microsoft.com/office/officeart/2005/8/layout/vList2"/>
    <dgm:cxn modelId="{4F68DC45-D95C-4ED5-A78D-65F106B7AADC}" type="presOf" srcId="{6AA73852-B5E9-41C1-8B77-08E56E0C8471}" destId="{5E3CC629-CE16-40D5-8C7F-2EE2A64B45CE}" srcOrd="0" destOrd="0" presId="urn:microsoft.com/office/officeart/2005/8/layout/vList2"/>
    <dgm:cxn modelId="{D6382E59-47BA-4210-BC64-4E01001D7F41}" type="presParOf" srcId="{A970809C-8C45-4321-B05B-243BA35DE12A}" destId="{5E3CC629-CE16-40D5-8C7F-2EE2A64B45C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599293A2-AC65-4BBB-B0D8-323281C6481F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DA286A0-B26C-486F-B6E7-29A26FB1639B}">
      <dgm:prSet custT="1"/>
      <dgm:spPr/>
      <dgm:t>
        <a:bodyPr/>
        <a:lstStyle/>
        <a:p>
          <a:pPr algn="ctr"/>
          <a:r>
            <a:rPr lang="en-US" sz="2000" b="1" dirty="0">
              <a:solidFill>
                <a:srgbClr val="7030A0"/>
              </a:solidFill>
              <a:latin typeface="Rockwell" panose="02060603020205020403" pitchFamily="18" charset="0"/>
            </a:rPr>
            <a:t>Top State</a:t>
          </a:r>
        </a:p>
      </dgm:t>
    </dgm:pt>
    <dgm:pt modelId="{57F37F09-A12E-400D-95DE-90ADF71F5017}" type="parTrans" cxnId="{6FBF4740-DD01-49CA-AF24-DA6DD4366132}">
      <dgm:prSet/>
      <dgm:spPr/>
      <dgm:t>
        <a:bodyPr/>
        <a:lstStyle/>
        <a:p>
          <a:endParaRPr lang="en-US"/>
        </a:p>
      </dgm:t>
    </dgm:pt>
    <dgm:pt modelId="{D10DA9FC-083B-4FC8-B18A-2A6D16E57C96}" type="sibTrans" cxnId="{6FBF4740-DD01-49CA-AF24-DA6DD4366132}">
      <dgm:prSet/>
      <dgm:spPr/>
      <dgm:t>
        <a:bodyPr/>
        <a:lstStyle/>
        <a:p>
          <a:endParaRPr lang="en-US"/>
        </a:p>
      </dgm:t>
    </dgm:pt>
    <dgm:pt modelId="{4C479572-69E1-4E21-8720-C420A49C51D1}" type="pres">
      <dgm:prSet presAssocID="{599293A2-AC65-4BBB-B0D8-323281C6481F}" presName="linear" presStyleCnt="0">
        <dgm:presLayoutVars>
          <dgm:animLvl val="lvl"/>
          <dgm:resizeHandles val="exact"/>
        </dgm:presLayoutVars>
      </dgm:prSet>
      <dgm:spPr/>
    </dgm:pt>
    <dgm:pt modelId="{8EC249D5-3CCC-4313-BE85-40735BAEFC85}" type="pres">
      <dgm:prSet presAssocID="{ADA286A0-B26C-486F-B6E7-29A26FB1639B}" presName="parentText" presStyleLbl="node1" presStyleIdx="0" presStyleCnt="1" custLinFactNeighborX="1444" custLinFactNeighborY="-26">
        <dgm:presLayoutVars>
          <dgm:chMax val="0"/>
          <dgm:bulletEnabled val="1"/>
        </dgm:presLayoutVars>
      </dgm:prSet>
      <dgm:spPr/>
    </dgm:pt>
  </dgm:ptLst>
  <dgm:cxnLst>
    <dgm:cxn modelId="{35649539-1BED-4C60-967A-BF4E3998673C}" type="presOf" srcId="{599293A2-AC65-4BBB-B0D8-323281C6481F}" destId="{4C479572-69E1-4E21-8720-C420A49C51D1}" srcOrd="0" destOrd="0" presId="urn:microsoft.com/office/officeart/2005/8/layout/vList2"/>
    <dgm:cxn modelId="{6FBF4740-DD01-49CA-AF24-DA6DD4366132}" srcId="{599293A2-AC65-4BBB-B0D8-323281C6481F}" destId="{ADA286A0-B26C-486F-B6E7-29A26FB1639B}" srcOrd="0" destOrd="0" parTransId="{57F37F09-A12E-400D-95DE-90ADF71F5017}" sibTransId="{D10DA9FC-083B-4FC8-B18A-2A6D16E57C96}"/>
    <dgm:cxn modelId="{5A270CF2-4F9D-4BE5-8515-4A627A2CA45B}" type="presOf" srcId="{ADA286A0-B26C-486F-B6E7-29A26FB1639B}" destId="{8EC249D5-3CCC-4313-BE85-40735BAEFC85}" srcOrd="0" destOrd="0" presId="urn:microsoft.com/office/officeart/2005/8/layout/vList2"/>
    <dgm:cxn modelId="{55A894AC-0493-4B07-955C-283A0749A5F1}" type="presParOf" srcId="{4C479572-69E1-4E21-8720-C420A49C51D1}" destId="{8EC249D5-3CCC-4313-BE85-40735BAEFC8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063800B1-F709-4BEC-914C-158AA60D0CCB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6DB8A30B-3DBD-43D0-B84D-5D6B2F37452B}">
      <dgm:prSet custT="1"/>
      <dgm:spPr/>
      <dgm:t>
        <a:bodyPr/>
        <a:lstStyle/>
        <a:p>
          <a:pPr algn="ctr"/>
          <a:r>
            <a:rPr lang="en-US" sz="2800" b="1" kern="1200" dirty="0">
              <a:solidFill>
                <a:srgbClr val="0E5580">
                  <a:hueOff val="0"/>
                  <a:satOff val="0"/>
                  <a:lumOff val="0"/>
                  <a:alphaOff val="0"/>
                </a:srgbClr>
              </a:solidFill>
              <a:latin typeface="Rockwell" panose="02060603020205020403" pitchFamily="18" charset="0"/>
              <a:ea typeface="+mn-ea"/>
              <a:cs typeface="+mn-cs"/>
            </a:rPr>
            <a:t>LOSS ANALYSIS</a:t>
          </a:r>
        </a:p>
      </dgm:t>
    </dgm:pt>
    <dgm:pt modelId="{096E9FB3-325A-4160-B707-894CB388CF4E}" type="parTrans" cxnId="{E4F1909C-8008-4A3D-96F4-77689BA48871}">
      <dgm:prSet/>
      <dgm:spPr/>
      <dgm:t>
        <a:bodyPr/>
        <a:lstStyle/>
        <a:p>
          <a:endParaRPr lang="en-US"/>
        </a:p>
      </dgm:t>
    </dgm:pt>
    <dgm:pt modelId="{DBAB4C45-8343-4B37-8CAD-779B92C1ABE1}" type="sibTrans" cxnId="{E4F1909C-8008-4A3D-96F4-77689BA48871}">
      <dgm:prSet/>
      <dgm:spPr/>
      <dgm:t>
        <a:bodyPr/>
        <a:lstStyle/>
        <a:p>
          <a:endParaRPr lang="en-US"/>
        </a:p>
      </dgm:t>
    </dgm:pt>
    <dgm:pt modelId="{1F6FC57D-4AFF-487D-9F58-D0AB112E7092}" type="pres">
      <dgm:prSet presAssocID="{063800B1-F709-4BEC-914C-158AA60D0CCB}" presName="linear" presStyleCnt="0">
        <dgm:presLayoutVars>
          <dgm:animLvl val="lvl"/>
          <dgm:resizeHandles val="exact"/>
        </dgm:presLayoutVars>
      </dgm:prSet>
      <dgm:spPr/>
    </dgm:pt>
    <dgm:pt modelId="{CCC32CB1-EA5F-4C09-BB64-CFDEBC50B743}" type="pres">
      <dgm:prSet presAssocID="{6DB8A30B-3DBD-43D0-B84D-5D6B2F37452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7BD2B15-CC0E-4201-BA43-8D016216F0C9}" type="presOf" srcId="{063800B1-F709-4BEC-914C-158AA60D0CCB}" destId="{1F6FC57D-4AFF-487D-9F58-D0AB112E7092}" srcOrd="0" destOrd="0" presId="urn:microsoft.com/office/officeart/2005/8/layout/vList2"/>
    <dgm:cxn modelId="{E4F1909C-8008-4A3D-96F4-77689BA48871}" srcId="{063800B1-F709-4BEC-914C-158AA60D0CCB}" destId="{6DB8A30B-3DBD-43D0-B84D-5D6B2F37452B}" srcOrd="0" destOrd="0" parTransId="{096E9FB3-325A-4160-B707-894CB388CF4E}" sibTransId="{DBAB4C45-8343-4B37-8CAD-779B92C1ABE1}"/>
    <dgm:cxn modelId="{40F0BCEB-ABCC-4B47-96AB-16214CDD43CF}" type="presOf" srcId="{6DB8A30B-3DBD-43D0-B84D-5D6B2F37452B}" destId="{CCC32CB1-EA5F-4C09-BB64-CFDEBC50B743}" srcOrd="0" destOrd="0" presId="urn:microsoft.com/office/officeart/2005/8/layout/vList2"/>
    <dgm:cxn modelId="{881D8DC1-1F46-41F8-A48B-A0F74D87D95A}" type="presParOf" srcId="{1F6FC57D-4AFF-487D-9F58-D0AB112E7092}" destId="{CCC32CB1-EA5F-4C09-BB64-CFDEBC50B74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6A4AAFB9-66B8-4B47-BAF1-CBE97A472BFF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6AA73852-B5E9-41C1-8B77-08E56E0C8471}">
      <dgm:prSet custT="1"/>
      <dgm:spPr/>
      <dgm:t>
        <a:bodyPr/>
        <a:lstStyle/>
        <a:p>
          <a:pPr algn="ctr"/>
          <a:r>
            <a:rPr lang="en-US" sz="2400" b="1" dirty="0">
              <a:solidFill>
                <a:srgbClr val="7030A0"/>
              </a:solidFill>
              <a:latin typeface="Rockwell" panose="02060603020205020403" pitchFamily="18" charset="0"/>
            </a:rPr>
            <a:t>Some Cities Generate Negative Profit</a:t>
          </a:r>
        </a:p>
      </dgm:t>
    </dgm:pt>
    <dgm:pt modelId="{B903E2AA-4846-4E8A-B429-3873FCE60484}" type="parTrans" cxnId="{933D3E19-28BD-4DD1-A896-04D72A1FF728}">
      <dgm:prSet/>
      <dgm:spPr/>
      <dgm:t>
        <a:bodyPr/>
        <a:lstStyle/>
        <a:p>
          <a:endParaRPr lang="en-US"/>
        </a:p>
      </dgm:t>
    </dgm:pt>
    <dgm:pt modelId="{EBAE6B98-97EB-4F15-98D8-2A374160B339}" type="sibTrans" cxnId="{933D3E19-28BD-4DD1-A896-04D72A1FF728}">
      <dgm:prSet/>
      <dgm:spPr/>
      <dgm:t>
        <a:bodyPr/>
        <a:lstStyle/>
        <a:p>
          <a:endParaRPr lang="en-US"/>
        </a:p>
      </dgm:t>
    </dgm:pt>
    <dgm:pt modelId="{A970809C-8C45-4321-B05B-243BA35DE12A}" type="pres">
      <dgm:prSet presAssocID="{6A4AAFB9-66B8-4B47-BAF1-CBE97A472BFF}" presName="linear" presStyleCnt="0">
        <dgm:presLayoutVars>
          <dgm:animLvl val="lvl"/>
          <dgm:resizeHandles val="exact"/>
        </dgm:presLayoutVars>
      </dgm:prSet>
      <dgm:spPr/>
    </dgm:pt>
    <dgm:pt modelId="{5E3CC629-CE16-40D5-8C7F-2EE2A64B45CE}" type="pres">
      <dgm:prSet presAssocID="{6AA73852-B5E9-41C1-8B77-08E56E0C8471}" presName="parentText" presStyleLbl="node1" presStyleIdx="0" presStyleCnt="1" custLinFactNeighborX="-166">
        <dgm:presLayoutVars>
          <dgm:chMax val="0"/>
          <dgm:bulletEnabled val="1"/>
        </dgm:presLayoutVars>
      </dgm:prSet>
      <dgm:spPr/>
    </dgm:pt>
  </dgm:ptLst>
  <dgm:cxnLst>
    <dgm:cxn modelId="{933D3E19-28BD-4DD1-A896-04D72A1FF728}" srcId="{6A4AAFB9-66B8-4B47-BAF1-CBE97A472BFF}" destId="{6AA73852-B5E9-41C1-8B77-08E56E0C8471}" srcOrd="0" destOrd="0" parTransId="{B903E2AA-4846-4E8A-B429-3873FCE60484}" sibTransId="{EBAE6B98-97EB-4F15-98D8-2A374160B339}"/>
    <dgm:cxn modelId="{6CFC3128-54DD-49BF-8934-931779A66CF1}" type="presOf" srcId="{6A4AAFB9-66B8-4B47-BAF1-CBE97A472BFF}" destId="{A970809C-8C45-4321-B05B-243BA35DE12A}" srcOrd="0" destOrd="0" presId="urn:microsoft.com/office/officeart/2005/8/layout/vList2"/>
    <dgm:cxn modelId="{4F68DC45-D95C-4ED5-A78D-65F106B7AADC}" type="presOf" srcId="{6AA73852-B5E9-41C1-8B77-08E56E0C8471}" destId="{5E3CC629-CE16-40D5-8C7F-2EE2A64B45CE}" srcOrd="0" destOrd="0" presId="urn:microsoft.com/office/officeart/2005/8/layout/vList2"/>
    <dgm:cxn modelId="{D6382E59-47BA-4210-BC64-4E01001D7F41}" type="presParOf" srcId="{A970809C-8C45-4321-B05B-243BA35DE12A}" destId="{5E3CC629-CE16-40D5-8C7F-2EE2A64B45C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A2148D10-1A6F-4B30-A909-FDC0AC196B6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57D42D-4A96-4E41-A53B-24FC1B3C4312}">
      <dgm:prSet/>
      <dgm:spPr/>
      <dgm:t>
        <a:bodyPr/>
        <a:lstStyle/>
        <a:p>
          <a:r>
            <a:rPr lang="en-US" b="1" dirty="0">
              <a:latin typeface="Rockwell" panose="02060603020205020403" pitchFamily="18" charset="0"/>
            </a:rPr>
            <a:t>Consumer Segment Dominates</a:t>
          </a:r>
          <a:endParaRPr lang="en-US" dirty="0">
            <a:latin typeface="Rockwell" panose="02060603020205020403" pitchFamily="18" charset="0"/>
          </a:endParaRPr>
        </a:p>
      </dgm:t>
    </dgm:pt>
    <dgm:pt modelId="{1FEBC763-E967-441B-840F-CCA8BADD9021}" type="parTrans" cxnId="{A06740BD-C8B7-4452-81A9-FDAA8680FB57}">
      <dgm:prSet/>
      <dgm:spPr/>
      <dgm:t>
        <a:bodyPr/>
        <a:lstStyle/>
        <a:p>
          <a:endParaRPr lang="en-US"/>
        </a:p>
      </dgm:t>
    </dgm:pt>
    <dgm:pt modelId="{42519EE1-BBF4-48AA-911F-7ACC9A9F668F}" type="sibTrans" cxnId="{A06740BD-C8B7-4452-81A9-FDAA8680FB57}">
      <dgm:prSet/>
      <dgm:spPr/>
      <dgm:t>
        <a:bodyPr/>
        <a:lstStyle/>
        <a:p>
          <a:endParaRPr lang="en-US"/>
        </a:p>
      </dgm:t>
    </dgm:pt>
    <dgm:pt modelId="{EB1F4A18-D3EB-422E-9A82-EFA357ECDCC1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b="1" dirty="0">
              <a:latin typeface="Rockwell" panose="02060603020205020403" pitchFamily="18" charset="0"/>
            </a:rPr>
            <a:t>Technology Drives Profit</a:t>
          </a:r>
        </a:p>
      </dgm:t>
    </dgm:pt>
    <dgm:pt modelId="{1384D20E-DFD8-48E9-BBEE-8CF8A19DB472}" type="parTrans" cxnId="{AF96FDEA-058D-4686-9D1B-9B412E044D60}">
      <dgm:prSet/>
      <dgm:spPr/>
      <dgm:t>
        <a:bodyPr/>
        <a:lstStyle/>
        <a:p>
          <a:endParaRPr lang="en-US"/>
        </a:p>
      </dgm:t>
    </dgm:pt>
    <dgm:pt modelId="{F63D20B3-AAFA-4B23-ABAD-53FCF2700DAA}" type="sibTrans" cxnId="{AF96FDEA-058D-4686-9D1B-9B412E044D60}">
      <dgm:prSet/>
      <dgm:spPr/>
      <dgm:t>
        <a:bodyPr/>
        <a:lstStyle/>
        <a:p>
          <a:endParaRPr lang="en-US"/>
        </a:p>
      </dgm:t>
    </dgm:pt>
    <dgm:pt modelId="{EDC440FD-C9C5-4D46-A70E-1C82D423B20A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US" b="1" dirty="0">
              <a:latin typeface="Rockwell" panose="02060603020205020403" pitchFamily="18" charset="0"/>
            </a:rPr>
            <a:t>West Region Performs Best</a:t>
          </a:r>
        </a:p>
      </dgm:t>
    </dgm:pt>
    <dgm:pt modelId="{4A3BD2F2-E896-46C4-B720-8F6BC6A3E1A3}" type="parTrans" cxnId="{1790CBE1-7E7F-4D96-A35A-BB32BD16AFCD}">
      <dgm:prSet/>
      <dgm:spPr/>
      <dgm:t>
        <a:bodyPr/>
        <a:lstStyle/>
        <a:p>
          <a:endParaRPr lang="en-US"/>
        </a:p>
      </dgm:t>
    </dgm:pt>
    <dgm:pt modelId="{3D396312-ADE2-4C5B-ADF8-99C27971DE84}" type="sibTrans" cxnId="{1790CBE1-7E7F-4D96-A35A-BB32BD16AFCD}">
      <dgm:prSet/>
      <dgm:spPr/>
      <dgm:t>
        <a:bodyPr/>
        <a:lstStyle/>
        <a:p>
          <a:endParaRPr lang="en-US"/>
        </a:p>
      </dgm:t>
    </dgm:pt>
    <dgm:pt modelId="{A3ABA3A3-0079-4420-A7D8-0465918F8F3E}">
      <dgm:prSet/>
      <dgm:spPr>
        <a:solidFill>
          <a:schemeClr val="accent4"/>
        </a:solidFill>
      </dgm:spPr>
      <dgm:t>
        <a:bodyPr/>
        <a:lstStyle/>
        <a:p>
          <a:r>
            <a:rPr lang="en-US" b="1" dirty="0">
              <a:latin typeface="Rockwell" panose="02060603020205020403" pitchFamily="18" charset="0"/>
            </a:rPr>
            <a:t>High Discount Reduces Profitability</a:t>
          </a:r>
        </a:p>
      </dgm:t>
    </dgm:pt>
    <dgm:pt modelId="{336396FE-7C2B-45CB-8D7B-F92DEB1B4F52}" type="parTrans" cxnId="{07178B4A-27A2-4A91-8E45-B459707A57ED}">
      <dgm:prSet/>
      <dgm:spPr/>
      <dgm:t>
        <a:bodyPr/>
        <a:lstStyle/>
        <a:p>
          <a:endParaRPr lang="en-US"/>
        </a:p>
      </dgm:t>
    </dgm:pt>
    <dgm:pt modelId="{F1D511A0-0A65-466E-BF04-291921405646}" type="sibTrans" cxnId="{07178B4A-27A2-4A91-8E45-B459707A57ED}">
      <dgm:prSet/>
      <dgm:spPr/>
      <dgm:t>
        <a:bodyPr/>
        <a:lstStyle/>
        <a:p>
          <a:endParaRPr lang="en-US"/>
        </a:p>
      </dgm:t>
    </dgm:pt>
    <dgm:pt modelId="{0FCF7702-D950-4E4A-89C5-B0E499712416}" type="pres">
      <dgm:prSet presAssocID="{A2148D10-1A6F-4B30-A909-FDC0AC196B68}" presName="Name0" presStyleCnt="0">
        <dgm:presLayoutVars>
          <dgm:dir/>
          <dgm:animLvl val="lvl"/>
          <dgm:resizeHandles val="exact"/>
        </dgm:presLayoutVars>
      </dgm:prSet>
      <dgm:spPr/>
    </dgm:pt>
    <dgm:pt modelId="{9C66FC32-BF86-460D-B92F-9719F53866C8}" type="pres">
      <dgm:prSet presAssocID="{BC57D42D-4A96-4E41-A53B-24FC1B3C4312}" presName="linNode" presStyleCnt="0"/>
      <dgm:spPr/>
    </dgm:pt>
    <dgm:pt modelId="{AC617182-1B39-46F7-9676-120C4BEF6A9D}" type="pres">
      <dgm:prSet presAssocID="{BC57D42D-4A96-4E41-A53B-24FC1B3C4312}" presName="parentText" presStyleLbl="node1" presStyleIdx="0" presStyleCnt="4" custScaleX="277778">
        <dgm:presLayoutVars>
          <dgm:chMax val="1"/>
          <dgm:bulletEnabled val="1"/>
        </dgm:presLayoutVars>
      </dgm:prSet>
      <dgm:spPr/>
    </dgm:pt>
    <dgm:pt modelId="{5326D17F-9D29-4CDF-89EF-236D2C05BCEC}" type="pres">
      <dgm:prSet presAssocID="{42519EE1-BBF4-48AA-911F-7ACC9A9F668F}" presName="sp" presStyleCnt="0"/>
      <dgm:spPr/>
    </dgm:pt>
    <dgm:pt modelId="{7496A0B0-3D83-4DC0-8641-18FEA3B91F0D}" type="pres">
      <dgm:prSet presAssocID="{EB1F4A18-D3EB-422E-9A82-EFA357ECDCC1}" presName="linNode" presStyleCnt="0"/>
      <dgm:spPr/>
    </dgm:pt>
    <dgm:pt modelId="{0E39D897-E71E-4A9C-9A77-933FF9B1C33A}" type="pres">
      <dgm:prSet presAssocID="{EB1F4A18-D3EB-422E-9A82-EFA357ECDCC1}" presName="parentText" presStyleLbl="node1" presStyleIdx="1" presStyleCnt="4" custScaleX="277778">
        <dgm:presLayoutVars>
          <dgm:chMax val="1"/>
          <dgm:bulletEnabled val="1"/>
        </dgm:presLayoutVars>
      </dgm:prSet>
      <dgm:spPr/>
    </dgm:pt>
    <dgm:pt modelId="{9058662D-7B54-40E1-BEB4-B719188E7F6A}" type="pres">
      <dgm:prSet presAssocID="{F63D20B3-AAFA-4B23-ABAD-53FCF2700DAA}" presName="sp" presStyleCnt="0"/>
      <dgm:spPr/>
    </dgm:pt>
    <dgm:pt modelId="{980707F0-B709-4193-A6A7-22606216880B}" type="pres">
      <dgm:prSet presAssocID="{EDC440FD-C9C5-4D46-A70E-1C82D423B20A}" presName="linNode" presStyleCnt="0"/>
      <dgm:spPr/>
    </dgm:pt>
    <dgm:pt modelId="{567AA777-7A98-4A08-8F52-3C575DAEF194}" type="pres">
      <dgm:prSet presAssocID="{EDC440FD-C9C5-4D46-A70E-1C82D423B20A}" presName="parentText" presStyleLbl="node1" presStyleIdx="2" presStyleCnt="4" custScaleX="277778">
        <dgm:presLayoutVars>
          <dgm:chMax val="1"/>
          <dgm:bulletEnabled val="1"/>
        </dgm:presLayoutVars>
      </dgm:prSet>
      <dgm:spPr/>
    </dgm:pt>
    <dgm:pt modelId="{BBE3B437-AE31-458F-97A0-2EBF56A802FC}" type="pres">
      <dgm:prSet presAssocID="{3D396312-ADE2-4C5B-ADF8-99C27971DE84}" presName="sp" presStyleCnt="0"/>
      <dgm:spPr/>
    </dgm:pt>
    <dgm:pt modelId="{BFEDB9E7-8426-4119-8119-0360575CBD78}" type="pres">
      <dgm:prSet presAssocID="{A3ABA3A3-0079-4420-A7D8-0465918F8F3E}" presName="linNode" presStyleCnt="0"/>
      <dgm:spPr/>
    </dgm:pt>
    <dgm:pt modelId="{8EF873DC-CFDF-4475-9093-F28A10846D3C}" type="pres">
      <dgm:prSet presAssocID="{A3ABA3A3-0079-4420-A7D8-0465918F8F3E}" presName="parentText" presStyleLbl="node1" presStyleIdx="3" presStyleCnt="4" custScaleX="277778">
        <dgm:presLayoutVars>
          <dgm:chMax val="1"/>
          <dgm:bulletEnabled val="1"/>
        </dgm:presLayoutVars>
      </dgm:prSet>
      <dgm:spPr/>
    </dgm:pt>
  </dgm:ptLst>
  <dgm:cxnLst>
    <dgm:cxn modelId="{9670DB22-EC2A-4200-8452-F13A1941AC9B}" type="presOf" srcId="{A2148D10-1A6F-4B30-A909-FDC0AC196B68}" destId="{0FCF7702-D950-4E4A-89C5-B0E499712416}" srcOrd="0" destOrd="0" presId="urn:microsoft.com/office/officeart/2005/8/layout/vList5"/>
    <dgm:cxn modelId="{07178B4A-27A2-4A91-8E45-B459707A57ED}" srcId="{A2148D10-1A6F-4B30-A909-FDC0AC196B68}" destId="{A3ABA3A3-0079-4420-A7D8-0465918F8F3E}" srcOrd="3" destOrd="0" parTransId="{336396FE-7C2B-45CB-8D7B-F92DEB1B4F52}" sibTransId="{F1D511A0-0A65-466E-BF04-291921405646}"/>
    <dgm:cxn modelId="{FFF6305A-8181-448B-84EB-1C7DFB756548}" type="presOf" srcId="{A3ABA3A3-0079-4420-A7D8-0465918F8F3E}" destId="{8EF873DC-CFDF-4475-9093-F28A10846D3C}" srcOrd="0" destOrd="0" presId="urn:microsoft.com/office/officeart/2005/8/layout/vList5"/>
    <dgm:cxn modelId="{1E4AAB95-6BBD-4CCF-906D-5AEDAEF34B65}" type="presOf" srcId="{EDC440FD-C9C5-4D46-A70E-1C82D423B20A}" destId="{567AA777-7A98-4A08-8F52-3C575DAEF194}" srcOrd="0" destOrd="0" presId="urn:microsoft.com/office/officeart/2005/8/layout/vList5"/>
    <dgm:cxn modelId="{A4F8C5A0-800A-46F5-8B78-39C33BAD1D97}" type="presOf" srcId="{BC57D42D-4A96-4E41-A53B-24FC1B3C4312}" destId="{AC617182-1B39-46F7-9676-120C4BEF6A9D}" srcOrd="0" destOrd="0" presId="urn:microsoft.com/office/officeart/2005/8/layout/vList5"/>
    <dgm:cxn modelId="{A06740BD-C8B7-4452-81A9-FDAA8680FB57}" srcId="{A2148D10-1A6F-4B30-A909-FDC0AC196B68}" destId="{BC57D42D-4A96-4E41-A53B-24FC1B3C4312}" srcOrd="0" destOrd="0" parTransId="{1FEBC763-E967-441B-840F-CCA8BADD9021}" sibTransId="{42519EE1-BBF4-48AA-911F-7ACC9A9F668F}"/>
    <dgm:cxn modelId="{1790CBE1-7E7F-4D96-A35A-BB32BD16AFCD}" srcId="{A2148D10-1A6F-4B30-A909-FDC0AC196B68}" destId="{EDC440FD-C9C5-4D46-A70E-1C82D423B20A}" srcOrd="2" destOrd="0" parTransId="{4A3BD2F2-E896-46C4-B720-8F6BC6A3E1A3}" sibTransId="{3D396312-ADE2-4C5B-ADF8-99C27971DE84}"/>
    <dgm:cxn modelId="{662EB7E8-1322-4EBE-A1FE-FD3E40A80AC6}" type="presOf" srcId="{EB1F4A18-D3EB-422E-9A82-EFA357ECDCC1}" destId="{0E39D897-E71E-4A9C-9A77-933FF9B1C33A}" srcOrd="0" destOrd="0" presId="urn:microsoft.com/office/officeart/2005/8/layout/vList5"/>
    <dgm:cxn modelId="{AF96FDEA-058D-4686-9D1B-9B412E044D60}" srcId="{A2148D10-1A6F-4B30-A909-FDC0AC196B68}" destId="{EB1F4A18-D3EB-422E-9A82-EFA357ECDCC1}" srcOrd="1" destOrd="0" parTransId="{1384D20E-DFD8-48E9-BBEE-8CF8A19DB472}" sibTransId="{F63D20B3-AAFA-4B23-ABAD-53FCF2700DAA}"/>
    <dgm:cxn modelId="{CD98D118-5858-41CC-902E-391F6985AB2E}" type="presParOf" srcId="{0FCF7702-D950-4E4A-89C5-B0E499712416}" destId="{9C66FC32-BF86-460D-B92F-9719F53866C8}" srcOrd="0" destOrd="0" presId="urn:microsoft.com/office/officeart/2005/8/layout/vList5"/>
    <dgm:cxn modelId="{986FAE41-CCC0-412D-9FB5-A30EC2D8DDF4}" type="presParOf" srcId="{9C66FC32-BF86-460D-B92F-9719F53866C8}" destId="{AC617182-1B39-46F7-9676-120C4BEF6A9D}" srcOrd="0" destOrd="0" presId="urn:microsoft.com/office/officeart/2005/8/layout/vList5"/>
    <dgm:cxn modelId="{135E9A69-D8CD-4ACD-B415-40024A8D856F}" type="presParOf" srcId="{0FCF7702-D950-4E4A-89C5-B0E499712416}" destId="{5326D17F-9D29-4CDF-89EF-236D2C05BCEC}" srcOrd="1" destOrd="0" presId="urn:microsoft.com/office/officeart/2005/8/layout/vList5"/>
    <dgm:cxn modelId="{0E2D193D-156D-45AD-ABD5-30624BE11CB0}" type="presParOf" srcId="{0FCF7702-D950-4E4A-89C5-B0E499712416}" destId="{7496A0B0-3D83-4DC0-8641-18FEA3B91F0D}" srcOrd="2" destOrd="0" presId="urn:microsoft.com/office/officeart/2005/8/layout/vList5"/>
    <dgm:cxn modelId="{C401B84E-505D-49DB-B10A-41EE3262F22A}" type="presParOf" srcId="{7496A0B0-3D83-4DC0-8641-18FEA3B91F0D}" destId="{0E39D897-E71E-4A9C-9A77-933FF9B1C33A}" srcOrd="0" destOrd="0" presId="urn:microsoft.com/office/officeart/2005/8/layout/vList5"/>
    <dgm:cxn modelId="{6251CEA0-C052-4A47-AC5A-C752982686B7}" type="presParOf" srcId="{0FCF7702-D950-4E4A-89C5-B0E499712416}" destId="{9058662D-7B54-40E1-BEB4-B719188E7F6A}" srcOrd="3" destOrd="0" presId="urn:microsoft.com/office/officeart/2005/8/layout/vList5"/>
    <dgm:cxn modelId="{8522A6B3-40B9-4441-9455-3837ACC1C485}" type="presParOf" srcId="{0FCF7702-D950-4E4A-89C5-B0E499712416}" destId="{980707F0-B709-4193-A6A7-22606216880B}" srcOrd="4" destOrd="0" presId="urn:microsoft.com/office/officeart/2005/8/layout/vList5"/>
    <dgm:cxn modelId="{134D2BA4-69C3-446A-B64A-F7696A10B7FA}" type="presParOf" srcId="{980707F0-B709-4193-A6A7-22606216880B}" destId="{567AA777-7A98-4A08-8F52-3C575DAEF194}" srcOrd="0" destOrd="0" presId="urn:microsoft.com/office/officeart/2005/8/layout/vList5"/>
    <dgm:cxn modelId="{AD13E32D-D3D6-43FC-A8A9-AB568AEAAA00}" type="presParOf" srcId="{0FCF7702-D950-4E4A-89C5-B0E499712416}" destId="{BBE3B437-AE31-458F-97A0-2EBF56A802FC}" srcOrd="5" destOrd="0" presId="urn:microsoft.com/office/officeart/2005/8/layout/vList5"/>
    <dgm:cxn modelId="{44CD270A-2395-4504-9D20-12F12702F421}" type="presParOf" srcId="{0FCF7702-D950-4E4A-89C5-B0E499712416}" destId="{BFEDB9E7-8426-4119-8119-0360575CBD78}" srcOrd="6" destOrd="0" presId="urn:microsoft.com/office/officeart/2005/8/layout/vList5"/>
    <dgm:cxn modelId="{A65217F7-034D-4FDF-9D5C-D96F370C1EFD}" type="presParOf" srcId="{BFEDB9E7-8426-4119-8119-0360575CBD78}" destId="{8EF873DC-CFDF-4475-9093-F28A10846D3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081A8D36-6DAD-482B-AE19-6FA73130520B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D461C30-446B-4BF7-8096-CE426F505CC3}" type="pres">
      <dgm:prSet presAssocID="{081A8D36-6DAD-482B-AE19-6FA73130520B}" presName="diagram" presStyleCnt="0">
        <dgm:presLayoutVars>
          <dgm:dir/>
          <dgm:resizeHandles val="exact"/>
        </dgm:presLayoutVars>
      </dgm:prSet>
      <dgm:spPr/>
    </dgm:pt>
  </dgm:ptLst>
  <dgm:cxnLst>
    <dgm:cxn modelId="{F4DBE25A-9DD6-4F76-96F0-0827D0C433C7}" type="presOf" srcId="{081A8D36-6DAD-482B-AE19-6FA73130520B}" destId="{5D461C30-446B-4BF7-8096-CE426F505CC3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A2148D10-1A6F-4B30-A909-FDC0AC196B6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57D42D-4A96-4E41-A53B-24FC1B3C4312}">
      <dgm:prSet custT="1"/>
      <dgm:spPr/>
      <dgm:t>
        <a:bodyPr/>
        <a:lstStyle/>
        <a:p>
          <a:r>
            <a:rPr lang="en-US" sz="4300" b="1" kern="1200" dirty="0">
              <a:solidFill>
                <a:prstClr val="white"/>
              </a:solidFill>
              <a:latin typeface="Rockwell" panose="02060603020205020403" pitchFamily="18" charset="0"/>
              <a:ea typeface="+mn-ea"/>
              <a:cs typeface="+mn-cs"/>
            </a:rPr>
            <a:t>Reduce Unnecessary Discounts</a:t>
          </a:r>
        </a:p>
      </dgm:t>
    </dgm:pt>
    <dgm:pt modelId="{1FEBC763-E967-441B-840F-CCA8BADD9021}" type="parTrans" cxnId="{A06740BD-C8B7-4452-81A9-FDAA8680FB57}">
      <dgm:prSet/>
      <dgm:spPr/>
      <dgm:t>
        <a:bodyPr/>
        <a:lstStyle/>
        <a:p>
          <a:endParaRPr lang="en-US"/>
        </a:p>
      </dgm:t>
    </dgm:pt>
    <dgm:pt modelId="{42519EE1-BBF4-48AA-911F-7ACC9A9F668F}" type="sibTrans" cxnId="{A06740BD-C8B7-4452-81A9-FDAA8680FB57}">
      <dgm:prSet/>
      <dgm:spPr/>
      <dgm:t>
        <a:bodyPr/>
        <a:lstStyle/>
        <a:p>
          <a:endParaRPr lang="en-US"/>
        </a:p>
      </dgm:t>
    </dgm:pt>
    <dgm:pt modelId="{EB1F4A18-D3EB-422E-9A82-EFA357ECDCC1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 dirty="0">
              <a:solidFill>
                <a:prstClr val="white"/>
              </a:solidFill>
              <a:latin typeface="Rockwell" panose="02060603020205020403" pitchFamily="18" charset="0"/>
              <a:ea typeface="+mn-ea"/>
              <a:cs typeface="+mn-cs"/>
            </a:rPr>
            <a:t>Focus on Technology Category</a:t>
          </a:r>
        </a:p>
      </dgm:t>
    </dgm:pt>
    <dgm:pt modelId="{1384D20E-DFD8-48E9-BBEE-8CF8A19DB472}" type="parTrans" cxnId="{AF96FDEA-058D-4686-9D1B-9B412E044D60}">
      <dgm:prSet/>
      <dgm:spPr/>
      <dgm:t>
        <a:bodyPr/>
        <a:lstStyle/>
        <a:p>
          <a:endParaRPr lang="en-US"/>
        </a:p>
      </dgm:t>
    </dgm:pt>
    <dgm:pt modelId="{F63D20B3-AAFA-4B23-ABAD-53FCF2700DAA}" type="sibTrans" cxnId="{AF96FDEA-058D-4686-9D1B-9B412E044D60}">
      <dgm:prSet/>
      <dgm:spPr/>
      <dgm:t>
        <a:bodyPr/>
        <a:lstStyle/>
        <a:p>
          <a:endParaRPr lang="en-US"/>
        </a:p>
      </dgm:t>
    </dgm:pt>
    <dgm:pt modelId="{EDC440FD-C9C5-4D46-A70E-1C82D423B20A}">
      <dgm:prSet custT="1"/>
      <dgm:spPr>
        <a:solidFill>
          <a:schemeClr val="tx2">
            <a:lumMod val="25000"/>
          </a:schemeClr>
        </a:solidFill>
      </dgm:spPr>
      <dgm:t>
        <a:bodyPr/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 dirty="0">
              <a:solidFill>
                <a:prstClr val="white"/>
              </a:solidFill>
              <a:latin typeface="Rockwell" panose="02060603020205020403" pitchFamily="18" charset="0"/>
              <a:ea typeface="+mn-ea"/>
              <a:cs typeface="+mn-cs"/>
            </a:rPr>
            <a:t>Improve Furniture Profitability</a:t>
          </a:r>
        </a:p>
      </dgm:t>
    </dgm:pt>
    <dgm:pt modelId="{4A3BD2F2-E896-46C4-B720-8F6BC6A3E1A3}" type="parTrans" cxnId="{1790CBE1-7E7F-4D96-A35A-BB32BD16AFCD}">
      <dgm:prSet/>
      <dgm:spPr/>
      <dgm:t>
        <a:bodyPr/>
        <a:lstStyle/>
        <a:p>
          <a:endParaRPr lang="en-US"/>
        </a:p>
      </dgm:t>
    </dgm:pt>
    <dgm:pt modelId="{3D396312-ADE2-4C5B-ADF8-99C27971DE84}" type="sibTrans" cxnId="{1790CBE1-7E7F-4D96-A35A-BB32BD16AFCD}">
      <dgm:prSet/>
      <dgm:spPr/>
      <dgm:t>
        <a:bodyPr/>
        <a:lstStyle/>
        <a:p>
          <a:endParaRPr lang="en-US"/>
        </a:p>
      </dgm:t>
    </dgm:pt>
    <dgm:pt modelId="{A3ABA3A3-0079-4420-A7D8-0465918F8F3E}">
      <dgm:prSet/>
      <dgm:spPr>
        <a:solidFill>
          <a:schemeClr val="bg2">
            <a:lumMod val="60000"/>
            <a:lumOff val="40000"/>
          </a:schemeClr>
        </a:solidFill>
      </dgm:spPr>
      <dgm:t>
        <a:bodyPr/>
        <a:lstStyle/>
        <a:p>
          <a:r>
            <a:rPr lang="en-US" b="1" dirty="0">
              <a:latin typeface="Rockwell" panose="02060603020205020403" pitchFamily="18" charset="0"/>
            </a:rPr>
            <a:t>Target high-performing regions</a:t>
          </a:r>
        </a:p>
      </dgm:t>
    </dgm:pt>
    <dgm:pt modelId="{336396FE-7C2B-45CB-8D7B-F92DEB1B4F52}" type="parTrans" cxnId="{07178B4A-27A2-4A91-8E45-B459707A57ED}">
      <dgm:prSet/>
      <dgm:spPr/>
      <dgm:t>
        <a:bodyPr/>
        <a:lstStyle/>
        <a:p>
          <a:endParaRPr lang="en-US"/>
        </a:p>
      </dgm:t>
    </dgm:pt>
    <dgm:pt modelId="{F1D511A0-0A65-466E-BF04-291921405646}" type="sibTrans" cxnId="{07178B4A-27A2-4A91-8E45-B459707A57ED}">
      <dgm:prSet/>
      <dgm:spPr/>
      <dgm:t>
        <a:bodyPr/>
        <a:lstStyle/>
        <a:p>
          <a:endParaRPr lang="en-US"/>
        </a:p>
      </dgm:t>
    </dgm:pt>
    <dgm:pt modelId="{0FCF7702-D950-4E4A-89C5-B0E499712416}" type="pres">
      <dgm:prSet presAssocID="{A2148D10-1A6F-4B30-A909-FDC0AC196B68}" presName="Name0" presStyleCnt="0">
        <dgm:presLayoutVars>
          <dgm:dir/>
          <dgm:animLvl val="lvl"/>
          <dgm:resizeHandles val="exact"/>
        </dgm:presLayoutVars>
      </dgm:prSet>
      <dgm:spPr/>
    </dgm:pt>
    <dgm:pt modelId="{9C66FC32-BF86-460D-B92F-9719F53866C8}" type="pres">
      <dgm:prSet presAssocID="{BC57D42D-4A96-4E41-A53B-24FC1B3C4312}" presName="linNode" presStyleCnt="0"/>
      <dgm:spPr/>
    </dgm:pt>
    <dgm:pt modelId="{AC617182-1B39-46F7-9676-120C4BEF6A9D}" type="pres">
      <dgm:prSet presAssocID="{BC57D42D-4A96-4E41-A53B-24FC1B3C4312}" presName="parentText" presStyleLbl="node1" presStyleIdx="0" presStyleCnt="4" custAng="0" custFlipHor="1" custScaleX="277778">
        <dgm:presLayoutVars>
          <dgm:chMax val="1"/>
          <dgm:bulletEnabled val="1"/>
        </dgm:presLayoutVars>
      </dgm:prSet>
      <dgm:spPr/>
    </dgm:pt>
    <dgm:pt modelId="{5326D17F-9D29-4CDF-89EF-236D2C05BCEC}" type="pres">
      <dgm:prSet presAssocID="{42519EE1-BBF4-48AA-911F-7ACC9A9F668F}" presName="sp" presStyleCnt="0"/>
      <dgm:spPr/>
    </dgm:pt>
    <dgm:pt modelId="{7496A0B0-3D83-4DC0-8641-18FEA3B91F0D}" type="pres">
      <dgm:prSet presAssocID="{EB1F4A18-D3EB-422E-9A82-EFA357ECDCC1}" presName="linNode" presStyleCnt="0"/>
      <dgm:spPr/>
    </dgm:pt>
    <dgm:pt modelId="{0E39D897-E71E-4A9C-9A77-933FF9B1C33A}" type="pres">
      <dgm:prSet presAssocID="{EB1F4A18-D3EB-422E-9A82-EFA357ECDCC1}" presName="parentText" presStyleLbl="node1" presStyleIdx="1" presStyleCnt="4" custScaleX="277778">
        <dgm:presLayoutVars>
          <dgm:chMax val="1"/>
          <dgm:bulletEnabled val="1"/>
        </dgm:presLayoutVars>
      </dgm:prSet>
      <dgm:spPr/>
    </dgm:pt>
    <dgm:pt modelId="{9058662D-7B54-40E1-BEB4-B719188E7F6A}" type="pres">
      <dgm:prSet presAssocID="{F63D20B3-AAFA-4B23-ABAD-53FCF2700DAA}" presName="sp" presStyleCnt="0"/>
      <dgm:spPr/>
    </dgm:pt>
    <dgm:pt modelId="{980707F0-B709-4193-A6A7-22606216880B}" type="pres">
      <dgm:prSet presAssocID="{EDC440FD-C9C5-4D46-A70E-1C82D423B20A}" presName="linNode" presStyleCnt="0"/>
      <dgm:spPr/>
    </dgm:pt>
    <dgm:pt modelId="{567AA777-7A98-4A08-8F52-3C575DAEF194}" type="pres">
      <dgm:prSet presAssocID="{EDC440FD-C9C5-4D46-A70E-1C82D423B20A}" presName="parentText" presStyleLbl="node1" presStyleIdx="2" presStyleCnt="4" custScaleX="277778">
        <dgm:presLayoutVars>
          <dgm:chMax val="1"/>
          <dgm:bulletEnabled val="1"/>
        </dgm:presLayoutVars>
      </dgm:prSet>
      <dgm:spPr/>
    </dgm:pt>
    <dgm:pt modelId="{BBE3B437-AE31-458F-97A0-2EBF56A802FC}" type="pres">
      <dgm:prSet presAssocID="{3D396312-ADE2-4C5B-ADF8-99C27971DE84}" presName="sp" presStyleCnt="0"/>
      <dgm:spPr/>
    </dgm:pt>
    <dgm:pt modelId="{BFEDB9E7-8426-4119-8119-0360575CBD78}" type="pres">
      <dgm:prSet presAssocID="{A3ABA3A3-0079-4420-A7D8-0465918F8F3E}" presName="linNode" presStyleCnt="0"/>
      <dgm:spPr/>
    </dgm:pt>
    <dgm:pt modelId="{8EF873DC-CFDF-4475-9093-F28A10846D3C}" type="pres">
      <dgm:prSet presAssocID="{A3ABA3A3-0079-4420-A7D8-0465918F8F3E}" presName="parentText" presStyleLbl="node1" presStyleIdx="3" presStyleCnt="4" custScaleX="277778">
        <dgm:presLayoutVars>
          <dgm:chMax val="1"/>
          <dgm:bulletEnabled val="1"/>
        </dgm:presLayoutVars>
      </dgm:prSet>
      <dgm:spPr/>
    </dgm:pt>
  </dgm:ptLst>
  <dgm:cxnLst>
    <dgm:cxn modelId="{9670DB22-EC2A-4200-8452-F13A1941AC9B}" type="presOf" srcId="{A2148D10-1A6F-4B30-A909-FDC0AC196B68}" destId="{0FCF7702-D950-4E4A-89C5-B0E499712416}" srcOrd="0" destOrd="0" presId="urn:microsoft.com/office/officeart/2005/8/layout/vList5"/>
    <dgm:cxn modelId="{07178B4A-27A2-4A91-8E45-B459707A57ED}" srcId="{A2148D10-1A6F-4B30-A909-FDC0AC196B68}" destId="{A3ABA3A3-0079-4420-A7D8-0465918F8F3E}" srcOrd="3" destOrd="0" parTransId="{336396FE-7C2B-45CB-8D7B-F92DEB1B4F52}" sibTransId="{F1D511A0-0A65-466E-BF04-291921405646}"/>
    <dgm:cxn modelId="{FFF6305A-8181-448B-84EB-1C7DFB756548}" type="presOf" srcId="{A3ABA3A3-0079-4420-A7D8-0465918F8F3E}" destId="{8EF873DC-CFDF-4475-9093-F28A10846D3C}" srcOrd="0" destOrd="0" presId="urn:microsoft.com/office/officeart/2005/8/layout/vList5"/>
    <dgm:cxn modelId="{1E4AAB95-6BBD-4CCF-906D-5AEDAEF34B65}" type="presOf" srcId="{EDC440FD-C9C5-4D46-A70E-1C82D423B20A}" destId="{567AA777-7A98-4A08-8F52-3C575DAEF194}" srcOrd="0" destOrd="0" presId="urn:microsoft.com/office/officeart/2005/8/layout/vList5"/>
    <dgm:cxn modelId="{A4F8C5A0-800A-46F5-8B78-39C33BAD1D97}" type="presOf" srcId="{BC57D42D-4A96-4E41-A53B-24FC1B3C4312}" destId="{AC617182-1B39-46F7-9676-120C4BEF6A9D}" srcOrd="0" destOrd="0" presId="urn:microsoft.com/office/officeart/2005/8/layout/vList5"/>
    <dgm:cxn modelId="{A06740BD-C8B7-4452-81A9-FDAA8680FB57}" srcId="{A2148D10-1A6F-4B30-A909-FDC0AC196B68}" destId="{BC57D42D-4A96-4E41-A53B-24FC1B3C4312}" srcOrd="0" destOrd="0" parTransId="{1FEBC763-E967-441B-840F-CCA8BADD9021}" sibTransId="{42519EE1-BBF4-48AA-911F-7ACC9A9F668F}"/>
    <dgm:cxn modelId="{1790CBE1-7E7F-4D96-A35A-BB32BD16AFCD}" srcId="{A2148D10-1A6F-4B30-A909-FDC0AC196B68}" destId="{EDC440FD-C9C5-4D46-A70E-1C82D423B20A}" srcOrd="2" destOrd="0" parTransId="{4A3BD2F2-E896-46C4-B720-8F6BC6A3E1A3}" sibTransId="{3D396312-ADE2-4C5B-ADF8-99C27971DE84}"/>
    <dgm:cxn modelId="{662EB7E8-1322-4EBE-A1FE-FD3E40A80AC6}" type="presOf" srcId="{EB1F4A18-D3EB-422E-9A82-EFA357ECDCC1}" destId="{0E39D897-E71E-4A9C-9A77-933FF9B1C33A}" srcOrd="0" destOrd="0" presId="urn:microsoft.com/office/officeart/2005/8/layout/vList5"/>
    <dgm:cxn modelId="{AF96FDEA-058D-4686-9D1B-9B412E044D60}" srcId="{A2148D10-1A6F-4B30-A909-FDC0AC196B68}" destId="{EB1F4A18-D3EB-422E-9A82-EFA357ECDCC1}" srcOrd="1" destOrd="0" parTransId="{1384D20E-DFD8-48E9-BBEE-8CF8A19DB472}" sibTransId="{F63D20B3-AAFA-4B23-ABAD-53FCF2700DAA}"/>
    <dgm:cxn modelId="{CD98D118-5858-41CC-902E-391F6985AB2E}" type="presParOf" srcId="{0FCF7702-D950-4E4A-89C5-B0E499712416}" destId="{9C66FC32-BF86-460D-B92F-9719F53866C8}" srcOrd="0" destOrd="0" presId="urn:microsoft.com/office/officeart/2005/8/layout/vList5"/>
    <dgm:cxn modelId="{986FAE41-CCC0-412D-9FB5-A30EC2D8DDF4}" type="presParOf" srcId="{9C66FC32-BF86-460D-B92F-9719F53866C8}" destId="{AC617182-1B39-46F7-9676-120C4BEF6A9D}" srcOrd="0" destOrd="0" presId="urn:microsoft.com/office/officeart/2005/8/layout/vList5"/>
    <dgm:cxn modelId="{135E9A69-D8CD-4ACD-B415-40024A8D856F}" type="presParOf" srcId="{0FCF7702-D950-4E4A-89C5-B0E499712416}" destId="{5326D17F-9D29-4CDF-89EF-236D2C05BCEC}" srcOrd="1" destOrd="0" presId="urn:microsoft.com/office/officeart/2005/8/layout/vList5"/>
    <dgm:cxn modelId="{0E2D193D-156D-45AD-ABD5-30624BE11CB0}" type="presParOf" srcId="{0FCF7702-D950-4E4A-89C5-B0E499712416}" destId="{7496A0B0-3D83-4DC0-8641-18FEA3B91F0D}" srcOrd="2" destOrd="0" presId="urn:microsoft.com/office/officeart/2005/8/layout/vList5"/>
    <dgm:cxn modelId="{C401B84E-505D-49DB-B10A-41EE3262F22A}" type="presParOf" srcId="{7496A0B0-3D83-4DC0-8641-18FEA3B91F0D}" destId="{0E39D897-E71E-4A9C-9A77-933FF9B1C33A}" srcOrd="0" destOrd="0" presId="urn:microsoft.com/office/officeart/2005/8/layout/vList5"/>
    <dgm:cxn modelId="{6251CEA0-C052-4A47-AC5A-C752982686B7}" type="presParOf" srcId="{0FCF7702-D950-4E4A-89C5-B0E499712416}" destId="{9058662D-7B54-40E1-BEB4-B719188E7F6A}" srcOrd="3" destOrd="0" presId="urn:microsoft.com/office/officeart/2005/8/layout/vList5"/>
    <dgm:cxn modelId="{8522A6B3-40B9-4441-9455-3837ACC1C485}" type="presParOf" srcId="{0FCF7702-D950-4E4A-89C5-B0E499712416}" destId="{980707F0-B709-4193-A6A7-22606216880B}" srcOrd="4" destOrd="0" presId="urn:microsoft.com/office/officeart/2005/8/layout/vList5"/>
    <dgm:cxn modelId="{134D2BA4-69C3-446A-B64A-F7696A10B7FA}" type="presParOf" srcId="{980707F0-B709-4193-A6A7-22606216880B}" destId="{567AA777-7A98-4A08-8F52-3C575DAEF194}" srcOrd="0" destOrd="0" presId="urn:microsoft.com/office/officeart/2005/8/layout/vList5"/>
    <dgm:cxn modelId="{AD13E32D-D3D6-43FC-A8A9-AB568AEAAA00}" type="presParOf" srcId="{0FCF7702-D950-4E4A-89C5-B0E499712416}" destId="{BBE3B437-AE31-458F-97A0-2EBF56A802FC}" srcOrd="5" destOrd="0" presId="urn:microsoft.com/office/officeart/2005/8/layout/vList5"/>
    <dgm:cxn modelId="{44CD270A-2395-4504-9D20-12F12702F421}" type="presParOf" srcId="{0FCF7702-D950-4E4A-89C5-B0E499712416}" destId="{BFEDB9E7-8426-4119-8119-0360575CBD78}" srcOrd="6" destOrd="0" presId="urn:microsoft.com/office/officeart/2005/8/layout/vList5"/>
    <dgm:cxn modelId="{A65217F7-034D-4FDF-9D5C-D96F370C1EFD}" type="presParOf" srcId="{BFEDB9E7-8426-4119-8119-0360575CBD78}" destId="{8EF873DC-CFDF-4475-9093-F28A10846D3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081A8D36-6DAD-482B-AE19-6FA73130520B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D461C30-446B-4BF7-8096-CE426F505CC3}" type="pres">
      <dgm:prSet presAssocID="{081A8D36-6DAD-482B-AE19-6FA73130520B}" presName="diagram" presStyleCnt="0">
        <dgm:presLayoutVars>
          <dgm:dir/>
          <dgm:resizeHandles val="exact"/>
        </dgm:presLayoutVars>
      </dgm:prSet>
      <dgm:spPr/>
    </dgm:pt>
  </dgm:ptLst>
  <dgm:cxnLst>
    <dgm:cxn modelId="{F4DBE25A-9DD6-4F76-96F0-0827D0C433C7}" type="presOf" srcId="{081A8D36-6DAD-482B-AE19-6FA73130520B}" destId="{5D461C30-446B-4BF7-8096-CE426F505CC3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A2148D10-1A6F-4B30-A909-FDC0AC196B6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57D42D-4A96-4E41-A53B-24FC1B3C4312}">
      <dgm:prSet custT="1"/>
      <dgm:spPr/>
      <dgm:t>
        <a:bodyPr/>
        <a:lstStyle/>
        <a:p>
          <a:r>
            <a:rPr lang="en-US" sz="4300" b="1" kern="1200" dirty="0">
              <a:latin typeface="Rockwell" panose="02060603020205020403" pitchFamily="18" charset="0"/>
            </a:rPr>
            <a:t>Business is Profitable Overall</a:t>
          </a:r>
          <a:endParaRPr lang="en-US" sz="4300" b="1" kern="1200" dirty="0">
            <a:solidFill>
              <a:prstClr val="white"/>
            </a:solidFill>
            <a:latin typeface="Rockwell" panose="02060603020205020403" pitchFamily="18" charset="0"/>
            <a:ea typeface="+mn-ea"/>
            <a:cs typeface="+mn-cs"/>
          </a:endParaRPr>
        </a:p>
      </dgm:t>
    </dgm:pt>
    <dgm:pt modelId="{1FEBC763-E967-441B-840F-CCA8BADD9021}" type="parTrans" cxnId="{A06740BD-C8B7-4452-81A9-FDAA8680FB57}">
      <dgm:prSet/>
      <dgm:spPr/>
      <dgm:t>
        <a:bodyPr/>
        <a:lstStyle/>
        <a:p>
          <a:endParaRPr lang="en-US"/>
        </a:p>
      </dgm:t>
    </dgm:pt>
    <dgm:pt modelId="{42519EE1-BBF4-48AA-911F-7ACC9A9F668F}" type="sibTrans" cxnId="{A06740BD-C8B7-4452-81A9-FDAA8680FB57}">
      <dgm:prSet/>
      <dgm:spPr/>
      <dgm:t>
        <a:bodyPr/>
        <a:lstStyle/>
        <a:p>
          <a:endParaRPr lang="en-US"/>
        </a:p>
      </dgm:t>
    </dgm:pt>
    <dgm:pt modelId="{EB1F4A18-D3EB-422E-9A82-EFA357ECDCC1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prstClr val="white"/>
              </a:solidFill>
              <a:latin typeface="Rockwell" panose="02060603020205020403" pitchFamily="18" charset="0"/>
              <a:ea typeface="+mn-ea"/>
              <a:cs typeface="+mn-cs"/>
            </a:rPr>
            <a:t>Growth Driven by Technology &amp; Consumer Segment</a:t>
          </a:r>
        </a:p>
      </dgm:t>
    </dgm:pt>
    <dgm:pt modelId="{1384D20E-DFD8-48E9-BBEE-8CF8A19DB472}" type="parTrans" cxnId="{AF96FDEA-058D-4686-9D1B-9B412E044D60}">
      <dgm:prSet/>
      <dgm:spPr/>
      <dgm:t>
        <a:bodyPr/>
        <a:lstStyle/>
        <a:p>
          <a:endParaRPr lang="en-US"/>
        </a:p>
      </dgm:t>
    </dgm:pt>
    <dgm:pt modelId="{F63D20B3-AAFA-4B23-ABAD-53FCF2700DAA}" type="sibTrans" cxnId="{AF96FDEA-058D-4686-9D1B-9B412E044D60}">
      <dgm:prSet/>
      <dgm:spPr/>
      <dgm:t>
        <a:bodyPr/>
        <a:lstStyle/>
        <a:p>
          <a:endParaRPr lang="en-US"/>
        </a:p>
      </dgm:t>
    </dgm:pt>
    <dgm:pt modelId="{EDC440FD-C9C5-4D46-A70E-1C82D423B20A}">
      <dgm:prSet custT="1"/>
      <dgm:spPr>
        <a:solidFill>
          <a:schemeClr val="tx2">
            <a:lumMod val="25000"/>
          </a:schemeClr>
        </a:solidFill>
      </dgm:spPr>
      <dgm:t>
        <a:bodyPr/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prstClr val="white"/>
              </a:solidFill>
              <a:latin typeface="Rockwell" panose="02060603020205020403" pitchFamily="18" charset="0"/>
              <a:ea typeface="+mn-ea"/>
              <a:cs typeface="+mn-cs"/>
            </a:rPr>
            <a:t>Improvement Needed In Low-performing Areas</a:t>
          </a:r>
        </a:p>
      </dgm:t>
    </dgm:pt>
    <dgm:pt modelId="{4A3BD2F2-E896-46C4-B720-8F6BC6A3E1A3}" type="parTrans" cxnId="{1790CBE1-7E7F-4D96-A35A-BB32BD16AFCD}">
      <dgm:prSet/>
      <dgm:spPr/>
      <dgm:t>
        <a:bodyPr/>
        <a:lstStyle/>
        <a:p>
          <a:endParaRPr lang="en-US"/>
        </a:p>
      </dgm:t>
    </dgm:pt>
    <dgm:pt modelId="{3D396312-ADE2-4C5B-ADF8-99C27971DE84}" type="sibTrans" cxnId="{1790CBE1-7E7F-4D96-A35A-BB32BD16AFCD}">
      <dgm:prSet/>
      <dgm:spPr/>
      <dgm:t>
        <a:bodyPr/>
        <a:lstStyle/>
        <a:p>
          <a:endParaRPr lang="en-US"/>
        </a:p>
      </dgm:t>
    </dgm:pt>
    <dgm:pt modelId="{A3ABA3A3-0079-4420-A7D8-0465918F8F3E}">
      <dgm:prSet custT="1"/>
      <dgm:spPr>
        <a:solidFill>
          <a:srgbClr val="00B0F0"/>
        </a:solidFill>
      </dgm:spPr>
      <dgm:t>
        <a:bodyPr/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prstClr val="white"/>
              </a:solidFill>
              <a:latin typeface="Rockwell" panose="02060603020205020403" pitchFamily="18" charset="0"/>
              <a:ea typeface="+mn-ea"/>
              <a:cs typeface="+mn-cs"/>
            </a:rPr>
            <a:t>Target High-performing Regions</a:t>
          </a:r>
        </a:p>
      </dgm:t>
    </dgm:pt>
    <dgm:pt modelId="{336396FE-7C2B-45CB-8D7B-F92DEB1B4F52}" type="parTrans" cxnId="{07178B4A-27A2-4A91-8E45-B459707A57ED}">
      <dgm:prSet/>
      <dgm:spPr/>
      <dgm:t>
        <a:bodyPr/>
        <a:lstStyle/>
        <a:p>
          <a:endParaRPr lang="en-US"/>
        </a:p>
      </dgm:t>
    </dgm:pt>
    <dgm:pt modelId="{F1D511A0-0A65-466E-BF04-291921405646}" type="sibTrans" cxnId="{07178B4A-27A2-4A91-8E45-B459707A57ED}">
      <dgm:prSet/>
      <dgm:spPr/>
      <dgm:t>
        <a:bodyPr/>
        <a:lstStyle/>
        <a:p>
          <a:endParaRPr lang="en-US"/>
        </a:p>
      </dgm:t>
    </dgm:pt>
    <dgm:pt modelId="{0FCF7702-D950-4E4A-89C5-B0E499712416}" type="pres">
      <dgm:prSet presAssocID="{A2148D10-1A6F-4B30-A909-FDC0AC196B68}" presName="Name0" presStyleCnt="0">
        <dgm:presLayoutVars>
          <dgm:dir/>
          <dgm:animLvl val="lvl"/>
          <dgm:resizeHandles val="exact"/>
        </dgm:presLayoutVars>
      </dgm:prSet>
      <dgm:spPr/>
    </dgm:pt>
    <dgm:pt modelId="{9C66FC32-BF86-460D-B92F-9719F53866C8}" type="pres">
      <dgm:prSet presAssocID="{BC57D42D-4A96-4E41-A53B-24FC1B3C4312}" presName="linNode" presStyleCnt="0"/>
      <dgm:spPr/>
    </dgm:pt>
    <dgm:pt modelId="{AC617182-1B39-46F7-9676-120C4BEF6A9D}" type="pres">
      <dgm:prSet presAssocID="{BC57D42D-4A96-4E41-A53B-24FC1B3C4312}" presName="parentText" presStyleLbl="node1" presStyleIdx="0" presStyleCnt="4" custScaleX="277778" custLinFactNeighborX="-1402">
        <dgm:presLayoutVars>
          <dgm:chMax val="1"/>
          <dgm:bulletEnabled val="1"/>
        </dgm:presLayoutVars>
      </dgm:prSet>
      <dgm:spPr/>
    </dgm:pt>
    <dgm:pt modelId="{5326D17F-9D29-4CDF-89EF-236D2C05BCEC}" type="pres">
      <dgm:prSet presAssocID="{42519EE1-BBF4-48AA-911F-7ACC9A9F668F}" presName="sp" presStyleCnt="0"/>
      <dgm:spPr/>
    </dgm:pt>
    <dgm:pt modelId="{7496A0B0-3D83-4DC0-8641-18FEA3B91F0D}" type="pres">
      <dgm:prSet presAssocID="{EB1F4A18-D3EB-422E-9A82-EFA357ECDCC1}" presName="linNode" presStyleCnt="0"/>
      <dgm:spPr/>
    </dgm:pt>
    <dgm:pt modelId="{0E39D897-E71E-4A9C-9A77-933FF9B1C33A}" type="pres">
      <dgm:prSet presAssocID="{EB1F4A18-D3EB-422E-9A82-EFA357ECDCC1}" presName="parentText" presStyleLbl="node1" presStyleIdx="1" presStyleCnt="4" custScaleX="277778">
        <dgm:presLayoutVars>
          <dgm:chMax val="1"/>
          <dgm:bulletEnabled val="1"/>
        </dgm:presLayoutVars>
      </dgm:prSet>
      <dgm:spPr/>
    </dgm:pt>
    <dgm:pt modelId="{9058662D-7B54-40E1-BEB4-B719188E7F6A}" type="pres">
      <dgm:prSet presAssocID="{F63D20B3-AAFA-4B23-ABAD-53FCF2700DAA}" presName="sp" presStyleCnt="0"/>
      <dgm:spPr/>
    </dgm:pt>
    <dgm:pt modelId="{980707F0-B709-4193-A6A7-22606216880B}" type="pres">
      <dgm:prSet presAssocID="{EDC440FD-C9C5-4D46-A70E-1C82D423B20A}" presName="linNode" presStyleCnt="0"/>
      <dgm:spPr/>
    </dgm:pt>
    <dgm:pt modelId="{567AA777-7A98-4A08-8F52-3C575DAEF194}" type="pres">
      <dgm:prSet presAssocID="{EDC440FD-C9C5-4D46-A70E-1C82D423B20A}" presName="parentText" presStyleLbl="node1" presStyleIdx="2" presStyleCnt="4" custScaleX="277778">
        <dgm:presLayoutVars>
          <dgm:chMax val="1"/>
          <dgm:bulletEnabled val="1"/>
        </dgm:presLayoutVars>
      </dgm:prSet>
      <dgm:spPr/>
    </dgm:pt>
    <dgm:pt modelId="{BBE3B437-AE31-458F-97A0-2EBF56A802FC}" type="pres">
      <dgm:prSet presAssocID="{3D396312-ADE2-4C5B-ADF8-99C27971DE84}" presName="sp" presStyleCnt="0"/>
      <dgm:spPr/>
    </dgm:pt>
    <dgm:pt modelId="{BFEDB9E7-8426-4119-8119-0360575CBD78}" type="pres">
      <dgm:prSet presAssocID="{A3ABA3A3-0079-4420-A7D8-0465918F8F3E}" presName="linNode" presStyleCnt="0"/>
      <dgm:spPr/>
    </dgm:pt>
    <dgm:pt modelId="{8EF873DC-CFDF-4475-9093-F28A10846D3C}" type="pres">
      <dgm:prSet presAssocID="{A3ABA3A3-0079-4420-A7D8-0465918F8F3E}" presName="parentText" presStyleLbl="node1" presStyleIdx="3" presStyleCnt="4" custScaleX="277778">
        <dgm:presLayoutVars>
          <dgm:chMax val="1"/>
          <dgm:bulletEnabled val="1"/>
        </dgm:presLayoutVars>
      </dgm:prSet>
      <dgm:spPr/>
    </dgm:pt>
  </dgm:ptLst>
  <dgm:cxnLst>
    <dgm:cxn modelId="{9670DB22-EC2A-4200-8452-F13A1941AC9B}" type="presOf" srcId="{A2148D10-1A6F-4B30-A909-FDC0AC196B68}" destId="{0FCF7702-D950-4E4A-89C5-B0E499712416}" srcOrd="0" destOrd="0" presId="urn:microsoft.com/office/officeart/2005/8/layout/vList5"/>
    <dgm:cxn modelId="{07178B4A-27A2-4A91-8E45-B459707A57ED}" srcId="{A2148D10-1A6F-4B30-A909-FDC0AC196B68}" destId="{A3ABA3A3-0079-4420-A7D8-0465918F8F3E}" srcOrd="3" destOrd="0" parTransId="{336396FE-7C2B-45CB-8D7B-F92DEB1B4F52}" sibTransId="{F1D511A0-0A65-466E-BF04-291921405646}"/>
    <dgm:cxn modelId="{FFF6305A-8181-448B-84EB-1C7DFB756548}" type="presOf" srcId="{A3ABA3A3-0079-4420-A7D8-0465918F8F3E}" destId="{8EF873DC-CFDF-4475-9093-F28A10846D3C}" srcOrd="0" destOrd="0" presId="urn:microsoft.com/office/officeart/2005/8/layout/vList5"/>
    <dgm:cxn modelId="{1E4AAB95-6BBD-4CCF-906D-5AEDAEF34B65}" type="presOf" srcId="{EDC440FD-C9C5-4D46-A70E-1C82D423B20A}" destId="{567AA777-7A98-4A08-8F52-3C575DAEF194}" srcOrd="0" destOrd="0" presId="urn:microsoft.com/office/officeart/2005/8/layout/vList5"/>
    <dgm:cxn modelId="{A4F8C5A0-800A-46F5-8B78-39C33BAD1D97}" type="presOf" srcId="{BC57D42D-4A96-4E41-A53B-24FC1B3C4312}" destId="{AC617182-1B39-46F7-9676-120C4BEF6A9D}" srcOrd="0" destOrd="0" presId="urn:microsoft.com/office/officeart/2005/8/layout/vList5"/>
    <dgm:cxn modelId="{A06740BD-C8B7-4452-81A9-FDAA8680FB57}" srcId="{A2148D10-1A6F-4B30-A909-FDC0AC196B68}" destId="{BC57D42D-4A96-4E41-A53B-24FC1B3C4312}" srcOrd="0" destOrd="0" parTransId="{1FEBC763-E967-441B-840F-CCA8BADD9021}" sibTransId="{42519EE1-BBF4-48AA-911F-7ACC9A9F668F}"/>
    <dgm:cxn modelId="{1790CBE1-7E7F-4D96-A35A-BB32BD16AFCD}" srcId="{A2148D10-1A6F-4B30-A909-FDC0AC196B68}" destId="{EDC440FD-C9C5-4D46-A70E-1C82D423B20A}" srcOrd="2" destOrd="0" parTransId="{4A3BD2F2-E896-46C4-B720-8F6BC6A3E1A3}" sibTransId="{3D396312-ADE2-4C5B-ADF8-99C27971DE84}"/>
    <dgm:cxn modelId="{662EB7E8-1322-4EBE-A1FE-FD3E40A80AC6}" type="presOf" srcId="{EB1F4A18-D3EB-422E-9A82-EFA357ECDCC1}" destId="{0E39D897-E71E-4A9C-9A77-933FF9B1C33A}" srcOrd="0" destOrd="0" presId="urn:microsoft.com/office/officeart/2005/8/layout/vList5"/>
    <dgm:cxn modelId="{AF96FDEA-058D-4686-9D1B-9B412E044D60}" srcId="{A2148D10-1A6F-4B30-A909-FDC0AC196B68}" destId="{EB1F4A18-D3EB-422E-9A82-EFA357ECDCC1}" srcOrd="1" destOrd="0" parTransId="{1384D20E-DFD8-48E9-BBEE-8CF8A19DB472}" sibTransId="{F63D20B3-AAFA-4B23-ABAD-53FCF2700DAA}"/>
    <dgm:cxn modelId="{CD98D118-5858-41CC-902E-391F6985AB2E}" type="presParOf" srcId="{0FCF7702-D950-4E4A-89C5-B0E499712416}" destId="{9C66FC32-BF86-460D-B92F-9719F53866C8}" srcOrd="0" destOrd="0" presId="urn:microsoft.com/office/officeart/2005/8/layout/vList5"/>
    <dgm:cxn modelId="{986FAE41-CCC0-412D-9FB5-A30EC2D8DDF4}" type="presParOf" srcId="{9C66FC32-BF86-460D-B92F-9719F53866C8}" destId="{AC617182-1B39-46F7-9676-120C4BEF6A9D}" srcOrd="0" destOrd="0" presId="urn:microsoft.com/office/officeart/2005/8/layout/vList5"/>
    <dgm:cxn modelId="{135E9A69-D8CD-4ACD-B415-40024A8D856F}" type="presParOf" srcId="{0FCF7702-D950-4E4A-89C5-B0E499712416}" destId="{5326D17F-9D29-4CDF-89EF-236D2C05BCEC}" srcOrd="1" destOrd="0" presId="urn:microsoft.com/office/officeart/2005/8/layout/vList5"/>
    <dgm:cxn modelId="{0E2D193D-156D-45AD-ABD5-30624BE11CB0}" type="presParOf" srcId="{0FCF7702-D950-4E4A-89C5-B0E499712416}" destId="{7496A0B0-3D83-4DC0-8641-18FEA3B91F0D}" srcOrd="2" destOrd="0" presId="urn:microsoft.com/office/officeart/2005/8/layout/vList5"/>
    <dgm:cxn modelId="{C401B84E-505D-49DB-B10A-41EE3262F22A}" type="presParOf" srcId="{7496A0B0-3D83-4DC0-8641-18FEA3B91F0D}" destId="{0E39D897-E71E-4A9C-9A77-933FF9B1C33A}" srcOrd="0" destOrd="0" presId="urn:microsoft.com/office/officeart/2005/8/layout/vList5"/>
    <dgm:cxn modelId="{6251CEA0-C052-4A47-AC5A-C752982686B7}" type="presParOf" srcId="{0FCF7702-D950-4E4A-89C5-B0E499712416}" destId="{9058662D-7B54-40E1-BEB4-B719188E7F6A}" srcOrd="3" destOrd="0" presId="urn:microsoft.com/office/officeart/2005/8/layout/vList5"/>
    <dgm:cxn modelId="{8522A6B3-40B9-4441-9455-3837ACC1C485}" type="presParOf" srcId="{0FCF7702-D950-4E4A-89C5-B0E499712416}" destId="{980707F0-B709-4193-A6A7-22606216880B}" srcOrd="4" destOrd="0" presId="urn:microsoft.com/office/officeart/2005/8/layout/vList5"/>
    <dgm:cxn modelId="{134D2BA4-69C3-446A-B64A-F7696A10B7FA}" type="presParOf" srcId="{980707F0-B709-4193-A6A7-22606216880B}" destId="{567AA777-7A98-4A08-8F52-3C575DAEF194}" srcOrd="0" destOrd="0" presId="urn:microsoft.com/office/officeart/2005/8/layout/vList5"/>
    <dgm:cxn modelId="{AD13E32D-D3D6-43FC-A8A9-AB568AEAAA00}" type="presParOf" srcId="{0FCF7702-D950-4E4A-89C5-B0E499712416}" destId="{BBE3B437-AE31-458F-97A0-2EBF56A802FC}" srcOrd="5" destOrd="0" presId="urn:microsoft.com/office/officeart/2005/8/layout/vList5"/>
    <dgm:cxn modelId="{44CD270A-2395-4504-9D20-12F12702F421}" type="presParOf" srcId="{0FCF7702-D950-4E4A-89C5-B0E499712416}" destId="{BFEDB9E7-8426-4119-8119-0360575CBD78}" srcOrd="6" destOrd="0" presId="urn:microsoft.com/office/officeart/2005/8/layout/vList5"/>
    <dgm:cxn modelId="{A65217F7-034D-4FDF-9D5C-D96F370C1EFD}" type="presParOf" srcId="{BFEDB9E7-8426-4119-8119-0360575CBD78}" destId="{8EF873DC-CFDF-4475-9093-F28A10846D3C}" srcOrd="0" destOrd="0" presId="urn:microsoft.com/office/officeart/2005/8/layout/vList5"/>
  </dgm:cxnLst>
  <dgm:bg>
    <a:solidFill>
      <a:srgbClr val="00B0F0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081A8D36-6DAD-482B-AE19-6FA73130520B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D461C30-446B-4BF7-8096-CE426F505CC3}" type="pres">
      <dgm:prSet presAssocID="{081A8D36-6DAD-482B-AE19-6FA73130520B}" presName="diagram" presStyleCnt="0">
        <dgm:presLayoutVars>
          <dgm:dir/>
          <dgm:resizeHandles val="exact"/>
        </dgm:presLayoutVars>
      </dgm:prSet>
      <dgm:spPr/>
    </dgm:pt>
  </dgm:ptLst>
  <dgm:cxnLst>
    <dgm:cxn modelId="{F4DBE25A-9DD6-4F76-96F0-0827D0C433C7}" type="presOf" srcId="{081A8D36-6DAD-482B-AE19-6FA73130520B}" destId="{5D461C30-446B-4BF7-8096-CE426F505CC3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677B42-3443-493D-83DA-6B72BB205F67}">
      <dsp:nvSpPr>
        <dsp:cNvPr id="0" name=""/>
        <dsp:cNvSpPr/>
      </dsp:nvSpPr>
      <dsp:spPr>
        <a:xfrm>
          <a:off x="760" y="155047"/>
          <a:ext cx="1780468" cy="8902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1-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CONSUMER</a:t>
          </a:r>
        </a:p>
      </dsp:txBody>
      <dsp:txXfrm>
        <a:off x="26834" y="181121"/>
        <a:ext cx="1728320" cy="838086"/>
      </dsp:txXfrm>
    </dsp:sp>
    <dsp:sp modelId="{E5777ABC-6A62-4D05-93F3-5C2BFE5C9CBB}">
      <dsp:nvSpPr>
        <dsp:cNvPr id="0" name=""/>
        <dsp:cNvSpPr/>
      </dsp:nvSpPr>
      <dsp:spPr>
        <a:xfrm>
          <a:off x="2226345" y="155047"/>
          <a:ext cx="1780468" cy="8902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5624522"/>
                <a:satOff val="1095"/>
                <a:lumOff val="5882"/>
                <a:alphaOff val="0"/>
                <a:tint val="98000"/>
                <a:lumMod val="114000"/>
              </a:schemeClr>
            </a:gs>
            <a:gs pos="100000">
              <a:schemeClr val="accent3">
                <a:hueOff val="5624522"/>
                <a:satOff val="1095"/>
                <a:lumOff val="588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2-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CORPORATE</a:t>
          </a:r>
          <a:endParaRPr lang="en-US" sz="1900" kern="1200" dirty="0"/>
        </a:p>
      </dsp:txBody>
      <dsp:txXfrm>
        <a:off x="2252419" y="181121"/>
        <a:ext cx="1728320" cy="838086"/>
      </dsp:txXfrm>
    </dsp:sp>
    <dsp:sp modelId="{7A7A35E1-08B9-4555-978B-B9E16E950836}">
      <dsp:nvSpPr>
        <dsp:cNvPr id="0" name=""/>
        <dsp:cNvSpPr/>
      </dsp:nvSpPr>
      <dsp:spPr>
        <a:xfrm>
          <a:off x="4289463" y="174098"/>
          <a:ext cx="1780468" cy="8902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1249043"/>
                <a:satOff val="2189"/>
                <a:lumOff val="11765"/>
                <a:alphaOff val="0"/>
                <a:tint val="98000"/>
                <a:lumMod val="114000"/>
              </a:schemeClr>
            </a:gs>
            <a:gs pos="100000">
              <a:schemeClr val="accent3">
                <a:hueOff val="11249043"/>
                <a:satOff val="2189"/>
                <a:lumOff val="1176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3-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HOME OFFICE</a:t>
          </a:r>
          <a:endParaRPr lang="en-US" sz="1900" kern="1200" dirty="0"/>
        </a:p>
      </dsp:txBody>
      <dsp:txXfrm>
        <a:off x="4315537" y="200172"/>
        <a:ext cx="1728320" cy="8380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677B42-3443-493D-83DA-6B72BB205F67}">
      <dsp:nvSpPr>
        <dsp:cNvPr id="0" name=""/>
        <dsp:cNvSpPr/>
      </dsp:nvSpPr>
      <dsp:spPr>
        <a:xfrm>
          <a:off x="44539" y="438"/>
          <a:ext cx="2398902" cy="11994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latin typeface="Rockwell" panose="02060603020205020403" pitchFamily="18" charset="0"/>
            </a:rPr>
            <a:t>1-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latin typeface="Rockwell" panose="02060603020205020403" pitchFamily="18" charset="0"/>
            </a:rPr>
            <a:t>TECHNOLOGY</a:t>
          </a:r>
        </a:p>
      </dsp:txBody>
      <dsp:txXfrm>
        <a:off x="79670" y="35569"/>
        <a:ext cx="2328640" cy="1129189"/>
      </dsp:txXfrm>
    </dsp:sp>
    <dsp:sp modelId="{E5777ABC-6A62-4D05-93F3-5C2BFE5C9CBB}">
      <dsp:nvSpPr>
        <dsp:cNvPr id="0" name=""/>
        <dsp:cNvSpPr/>
      </dsp:nvSpPr>
      <dsp:spPr>
        <a:xfrm>
          <a:off x="3043167" y="438"/>
          <a:ext cx="2398902" cy="119945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latin typeface="Rockwell" panose="02060603020205020403" pitchFamily="18" charset="0"/>
            </a:rPr>
            <a:t>2-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latin typeface="Rockwell" panose="02060603020205020403" pitchFamily="18" charset="0"/>
            </a:rPr>
            <a:t>FURNITURE</a:t>
          </a:r>
        </a:p>
      </dsp:txBody>
      <dsp:txXfrm>
        <a:off x="3078298" y="35569"/>
        <a:ext cx="2328640" cy="1129189"/>
      </dsp:txXfrm>
    </dsp:sp>
    <dsp:sp modelId="{7A7A35E1-08B9-4555-978B-B9E16E950836}">
      <dsp:nvSpPr>
        <dsp:cNvPr id="0" name=""/>
        <dsp:cNvSpPr/>
      </dsp:nvSpPr>
      <dsp:spPr>
        <a:xfrm>
          <a:off x="5822895" y="877"/>
          <a:ext cx="2398902" cy="119945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Rockwell" panose="02060603020205020403" pitchFamily="18" charset="0"/>
            </a:rPr>
            <a:t>3-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Rockwell" panose="02060603020205020403" pitchFamily="18" charset="0"/>
            </a:rPr>
            <a:t>OFFICE SUPPLIES</a:t>
          </a:r>
        </a:p>
      </dsp:txBody>
      <dsp:txXfrm>
        <a:off x="5858026" y="36008"/>
        <a:ext cx="2328640" cy="11291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677B42-3443-493D-83DA-6B72BB205F67}">
      <dsp:nvSpPr>
        <dsp:cNvPr id="0" name=""/>
        <dsp:cNvSpPr/>
      </dsp:nvSpPr>
      <dsp:spPr>
        <a:xfrm>
          <a:off x="0" y="322238"/>
          <a:ext cx="2339417" cy="208025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Rockwell" panose="02060603020205020403" pitchFamily="18" charset="0"/>
            </a:rPr>
            <a:t>1) ACCESSORIES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Rockwell" panose="02060603020205020403" pitchFamily="18" charset="0"/>
            </a:rPr>
            <a:t>2) APPLIANCES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Rockwell" panose="02060603020205020403" pitchFamily="18" charset="0"/>
            </a:rPr>
            <a:t>3) MACHINES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Rockwell" panose="02060603020205020403" pitchFamily="18" charset="0"/>
            </a:rPr>
            <a:t>4) SUPPLIES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Rockwell" panose="02060603020205020403" pitchFamily="18" charset="0"/>
            </a:rPr>
            <a:t>5) PHONES</a:t>
          </a:r>
          <a:endParaRPr lang="en-US" sz="1600" b="1" kern="1200" dirty="0">
            <a:latin typeface="Rockwell" panose="02060603020205020403" pitchFamily="18" charset="0"/>
          </a:endParaRPr>
        </a:p>
      </dsp:txBody>
      <dsp:txXfrm>
        <a:off x="60928" y="383166"/>
        <a:ext cx="2217561" cy="1958394"/>
      </dsp:txXfrm>
    </dsp:sp>
    <dsp:sp modelId="{E5777ABC-6A62-4D05-93F3-5C2BFE5C9CBB}">
      <dsp:nvSpPr>
        <dsp:cNvPr id="0" name=""/>
        <dsp:cNvSpPr/>
      </dsp:nvSpPr>
      <dsp:spPr>
        <a:xfrm>
          <a:off x="2807588" y="322238"/>
          <a:ext cx="2456907" cy="1228453"/>
        </a:xfrm>
        <a:prstGeom prst="roundRect">
          <a:avLst>
            <a:gd name="adj" fmla="val 10000"/>
          </a:avLst>
        </a:prstGeom>
        <a:solidFill>
          <a:schemeClr val="accent4">
            <a:hueOff val="-533322"/>
            <a:satOff val="-6388"/>
            <a:lumOff val="1765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Rockwell" panose="02060603020205020403" pitchFamily="18" charset="0"/>
            </a:rPr>
            <a:t>1) CHAIRS</a:t>
          </a: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Rockwell" panose="02060603020205020403" pitchFamily="18" charset="0"/>
            </a:rPr>
            <a:t>2) TABLES</a:t>
          </a: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Rockwell" panose="02060603020205020403" pitchFamily="18" charset="0"/>
            </a:rPr>
            <a:t>3) FURNISHING </a:t>
          </a:r>
        </a:p>
      </dsp:txBody>
      <dsp:txXfrm>
        <a:off x="2843568" y="358218"/>
        <a:ext cx="2384947" cy="1156493"/>
      </dsp:txXfrm>
    </dsp:sp>
    <dsp:sp modelId="{7A7A35E1-08B9-4555-978B-B9E16E950836}">
      <dsp:nvSpPr>
        <dsp:cNvPr id="0" name=""/>
        <dsp:cNvSpPr/>
      </dsp:nvSpPr>
      <dsp:spPr>
        <a:xfrm>
          <a:off x="5802361" y="280311"/>
          <a:ext cx="2456907" cy="2474461"/>
        </a:xfrm>
        <a:prstGeom prst="roundRect">
          <a:avLst>
            <a:gd name="adj" fmla="val 10000"/>
          </a:avLst>
        </a:prstGeom>
        <a:solidFill>
          <a:schemeClr val="accent4">
            <a:hueOff val="-1066644"/>
            <a:satOff val="-12776"/>
            <a:lumOff val="353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Rockwell" panose="02060603020205020403" pitchFamily="18" charset="0"/>
            </a:rPr>
            <a:t>1) ART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Rockwell" panose="02060603020205020403" pitchFamily="18" charset="0"/>
            </a:rPr>
            <a:t>2) BOOKCASES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Rockwell" panose="02060603020205020403" pitchFamily="18" charset="0"/>
            </a:rPr>
            <a:t>3) COPIERS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Rockwell" panose="02060603020205020403" pitchFamily="18" charset="0"/>
            </a:rPr>
            <a:t>4) ENVELOPS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Rockwell" panose="02060603020205020403" pitchFamily="18" charset="0"/>
            </a:rPr>
            <a:t>5) LABELS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Rockwell" panose="02060603020205020403" pitchFamily="18" charset="0"/>
            </a:rPr>
            <a:t>6) PAPER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Rockwell" panose="02060603020205020403" pitchFamily="18" charset="0"/>
            </a:rPr>
            <a:t>7) BINDERS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Rockwell" panose="02060603020205020403" pitchFamily="18" charset="0"/>
            </a:rPr>
            <a:t>8) STORAGE </a:t>
          </a:r>
        </a:p>
      </dsp:txBody>
      <dsp:txXfrm>
        <a:off x="5874321" y="352271"/>
        <a:ext cx="2312987" cy="23305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677B42-3443-493D-83DA-6B72BB205F67}">
      <dsp:nvSpPr>
        <dsp:cNvPr id="0" name=""/>
        <dsp:cNvSpPr/>
      </dsp:nvSpPr>
      <dsp:spPr>
        <a:xfrm>
          <a:off x="1553" y="153736"/>
          <a:ext cx="1785711" cy="8928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Rockwell" panose="02060603020205020403" pitchFamily="18" charset="0"/>
            </a:rPr>
            <a:t>1-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Rockwell" panose="02060603020205020403" pitchFamily="18" charset="0"/>
            </a:rPr>
            <a:t>EAST</a:t>
          </a:r>
        </a:p>
      </dsp:txBody>
      <dsp:txXfrm>
        <a:off x="27704" y="179887"/>
        <a:ext cx="1733409" cy="840553"/>
      </dsp:txXfrm>
    </dsp:sp>
    <dsp:sp modelId="{E5777ABC-6A62-4D05-93F3-5C2BFE5C9CBB}">
      <dsp:nvSpPr>
        <dsp:cNvPr id="0" name=""/>
        <dsp:cNvSpPr/>
      </dsp:nvSpPr>
      <dsp:spPr>
        <a:xfrm>
          <a:off x="2233693" y="153736"/>
          <a:ext cx="1785711" cy="8928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Rockwell" panose="02060603020205020403" pitchFamily="18" charset="0"/>
            </a:rPr>
            <a:t>2-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Rockwell" panose="02060603020205020403" pitchFamily="18" charset="0"/>
            </a:rPr>
            <a:t>WEST</a:t>
          </a:r>
        </a:p>
      </dsp:txBody>
      <dsp:txXfrm>
        <a:off x="2259844" y="179887"/>
        <a:ext cx="1733409" cy="840553"/>
      </dsp:txXfrm>
    </dsp:sp>
    <dsp:sp modelId="{C4CF508B-DD08-499C-BC66-CC75CC7C81C9}">
      <dsp:nvSpPr>
        <dsp:cNvPr id="0" name=""/>
        <dsp:cNvSpPr/>
      </dsp:nvSpPr>
      <dsp:spPr>
        <a:xfrm>
          <a:off x="4465832" y="153736"/>
          <a:ext cx="1785711" cy="8928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Rockwell" panose="02060603020205020403" pitchFamily="18" charset="0"/>
            </a:rPr>
            <a:t>3-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Rockwell" panose="02060603020205020403" pitchFamily="18" charset="0"/>
            </a:rPr>
            <a:t>CENTRAL</a:t>
          </a:r>
        </a:p>
      </dsp:txBody>
      <dsp:txXfrm>
        <a:off x="4491983" y="179887"/>
        <a:ext cx="1733409" cy="840553"/>
      </dsp:txXfrm>
    </dsp:sp>
    <dsp:sp modelId="{7A7A35E1-08B9-4555-978B-B9E16E950836}">
      <dsp:nvSpPr>
        <dsp:cNvPr id="0" name=""/>
        <dsp:cNvSpPr/>
      </dsp:nvSpPr>
      <dsp:spPr>
        <a:xfrm>
          <a:off x="6535025" y="172843"/>
          <a:ext cx="1785711" cy="8928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Rockwell" panose="02060603020205020403" pitchFamily="18" charset="0"/>
            </a:rPr>
            <a:t>4-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Rockwell" panose="02060603020205020403" pitchFamily="18" charset="0"/>
            </a:rPr>
            <a:t>SOUTH</a:t>
          </a:r>
        </a:p>
      </dsp:txBody>
      <dsp:txXfrm>
        <a:off x="6561176" y="198994"/>
        <a:ext cx="1733409" cy="8405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677B42-3443-493D-83DA-6B72BB205F67}">
      <dsp:nvSpPr>
        <dsp:cNvPr id="0" name=""/>
        <dsp:cNvSpPr/>
      </dsp:nvSpPr>
      <dsp:spPr>
        <a:xfrm>
          <a:off x="1553" y="153736"/>
          <a:ext cx="1785711" cy="8928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Rockwell" panose="02060603020205020403" pitchFamily="18" charset="0"/>
            </a:rPr>
            <a:t>FIRST CLASS</a:t>
          </a:r>
          <a:endParaRPr lang="en-US" sz="2400" b="1" kern="1200" dirty="0">
            <a:latin typeface="Rockwell" panose="02060603020205020403" pitchFamily="18" charset="0"/>
          </a:endParaRPr>
        </a:p>
      </dsp:txBody>
      <dsp:txXfrm>
        <a:off x="27704" y="179887"/>
        <a:ext cx="1733409" cy="840553"/>
      </dsp:txXfrm>
    </dsp:sp>
    <dsp:sp modelId="{E5777ABC-6A62-4D05-93F3-5C2BFE5C9CBB}">
      <dsp:nvSpPr>
        <dsp:cNvPr id="0" name=""/>
        <dsp:cNvSpPr/>
      </dsp:nvSpPr>
      <dsp:spPr>
        <a:xfrm>
          <a:off x="2233693" y="153736"/>
          <a:ext cx="1785711" cy="8928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Rockwell" panose="02060603020205020403" pitchFamily="18" charset="0"/>
            </a:rPr>
            <a:t>SECOND CLASS</a:t>
          </a:r>
          <a:endParaRPr lang="en-US" sz="2400" b="1" kern="1200" dirty="0">
            <a:latin typeface="Rockwell" panose="02060603020205020403" pitchFamily="18" charset="0"/>
          </a:endParaRPr>
        </a:p>
      </dsp:txBody>
      <dsp:txXfrm>
        <a:off x="2259844" y="179887"/>
        <a:ext cx="1733409" cy="840553"/>
      </dsp:txXfrm>
    </dsp:sp>
    <dsp:sp modelId="{C4CF508B-DD08-499C-BC66-CC75CC7C81C9}">
      <dsp:nvSpPr>
        <dsp:cNvPr id="0" name=""/>
        <dsp:cNvSpPr/>
      </dsp:nvSpPr>
      <dsp:spPr>
        <a:xfrm>
          <a:off x="4465832" y="153736"/>
          <a:ext cx="1785711" cy="8928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Rockwell" panose="02060603020205020403" pitchFamily="18" charset="0"/>
            </a:rPr>
            <a:t>SAME CLASS</a:t>
          </a:r>
          <a:endParaRPr lang="en-US" sz="2400" b="1" kern="1200" dirty="0">
            <a:latin typeface="Rockwell" panose="02060603020205020403" pitchFamily="18" charset="0"/>
          </a:endParaRPr>
        </a:p>
      </dsp:txBody>
      <dsp:txXfrm>
        <a:off x="4491983" y="179887"/>
        <a:ext cx="1733409" cy="840553"/>
      </dsp:txXfrm>
    </dsp:sp>
    <dsp:sp modelId="{7A7A35E1-08B9-4555-978B-B9E16E950836}">
      <dsp:nvSpPr>
        <dsp:cNvPr id="0" name=""/>
        <dsp:cNvSpPr/>
      </dsp:nvSpPr>
      <dsp:spPr>
        <a:xfrm>
          <a:off x="6535025" y="172843"/>
          <a:ext cx="1785711" cy="8928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Rockwell" panose="02060603020205020403" pitchFamily="18" charset="0"/>
            </a:rPr>
            <a:t>STANDARD CLASS</a:t>
          </a:r>
        </a:p>
      </dsp:txBody>
      <dsp:txXfrm>
        <a:off x="6561176" y="198994"/>
        <a:ext cx="1733409" cy="84055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677B42-3443-493D-83DA-6B72BB205F67}">
      <dsp:nvSpPr>
        <dsp:cNvPr id="0" name=""/>
        <dsp:cNvSpPr/>
      </dsp:nvSpPr>
      <dsp:spPr>
        <a:xfrm>
          <a:off x="407" y="168746"/>
          <a:ext cx="1764995" cy="88249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Rockwell" panose="02060603020205020403" pitchFamily="18" charset="0"/>
            </a:rPr>
            <a:t>ORDER ID, ORDER DATE</a:t>
          </a:r>
        </a:p>
      </dsp:txBody>
      <dsp:txXfrm>
        <a:off x="26254" y="194593"/>
        <a:ext cx="1713301" cy="830803"/>
      </dsp:txXfrm>
    </dsp:sp>
    <dsp:sp modelId="{E5777ABC-6A62-4D05-93F3-5C2BFE5C9CBB}">
      <dsp:nvSpPr>
        <dsp:cNvPr id="0" name=""/>
        <dsp:cNvSpPr/>
      </dsp:nvSpPr>
      <dsp:spPr>
        <a:xfrm>
          <a:off x="2206651" y="158915"/>
          <a:ext cx="1764995" cy="8824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Rockwell" panose="02060603020205020403" pitchFamily="18" charset="0"/>
            </a:rPr>
            <a:t>COUNTRY, CITY, STATE</a:t>
          </a:r>
        </a:p>
      </dsp:txBody>
      <dsp:txXfrm>
        <a:off x="2232498" y="184762"/>
        <a:ext cx="1713301" cy="830803"/>
      </dsp:txXfrm>
    </dsp:sp>
    <dsp:sp modelId="{C4CF508B-DD08-499C-BC66-CC75CC7C81C9}">
      <dsp:nvSpPr>
        <dsp:cNvPr id="0" name=""/>
        <dsp:cNvSpPr/>
      </dsp:nvSpPr>
      <dsp:spPr>
        <a:xfrm>
          <a:off x="4412896" y="158915"/>
          <a:ext cx="1865688" cy="8824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Rockwell" panose="02060603020205020403" pitchFamily="18" charset="0"/>
            </a:rPr>
            <a:t>POSTAL </a:t>
          </a:r>
          <a:r>
            <a:rPr lang="en-US" sz="1900" b="1" kern="1200" dirty="0">
              <a:solidFill>
                <a:prstClr val="white"/>
              </a:solidFill>
              <a:latin typeface="Rockwell" panose="02060603020205020403" pitchFamily="18" charset="0"/>
              <a:ea typeface="+mn-ea"/>
              <a:cs typeface="+mn-cs"/>
            </a:rPr>
            <a:t>CODE, SALES, QUANTITY </a:t>
          </a:r>
        </a:p>
      </dsp:txBody>
      <dsp:txXfrm>
        <a:off x="4438743" y="184762"/>
        <a:ext cx="1813994" cy="830803"/>
      </dsp:txXfrm>
    </dsp:sp>
    <dsp:sp modelId="{7A7A35E1-08B9-4555-978B-B9E16E950836}">
      <dsp:nvSpPr>
        <dsp:cNvPr id="0" name=""/>
        <dsp:cNvSpPr/>
      </dsp:nvSpPr>
      <dsp:spPr>
        <a:xfrm>
          <a:off x="6558778" y="177801"/>
          <a:ext cx="1764995" cy="88249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solidFill>
                <a:prstClr val="white"/>
              </a:solidFill>
              <a:latin typeface="Rockwell" panose="02060603020205020403" pitchFamily="18" charset="0"/>
              <a:ea typeface="+mn-ea"/>
              <a:cs typeface="+mn-cs"/>
            </a:rPr>
            <a:t>DISCOUNT, PROFIT</a:t>
          </a:r>
        </a:p>
      </dsp:txBody>
      <dsp:txXfrm>
        <a:off x="6584625" y="203648"/>
        <a:ext cx="1713301" cy="83080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AB5A6B-D9BF-4B5E-A74C-1E0F8684790A}">
      <dsp:nvSpPr>
        <dsp:cNvPr id="0" name=""/>
        <dsp:cNvSpPr/>
      </dsp:nvSpPr>
      <dsp:spPr>
        <a:xfrm>
          <a:off x="1747788" y="337221"/>
          <a:ext cx="4196539" cy="4196539"/>
        </a:xfrm>
        <a:prstGeom prst="pie">
          <a:avLst>
            <a:gd name="adj1" fmla="val 16200000"/>
            <a:gd name="adj2" fmla="val 18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Total Profit: 2,85,911</a:t>
          </a:r>
        </a:p>
      </dsp:txBody>
      <dsp:txXfrm>
        <a:off x="4029406" y="1111583"/>
        <a:ext cx="1423825" cy="1398846"/>
      </dsp:txXfrm>
    </dsp:sp>
    <dsp:sp modelId="{72893B41-9260-4BF3-88DD-CF36E33A68A4}">
      <dsp:nvSpPr>
        <dsp:cNvPr id="0" name=""/>
        <dsp:cNvSpPr/>
      </dsp:nvSpPr>
      <dsp:spPr>
        <a:xfrm>
          <a:off x="1531466" y="462118"/>
          <a:ext cx="4196539" cy="4196539"/>
        </a:xfrm>
        <a:prstGeom prst="pie">
          <a:avLst>
            <a:gd name="adj1" fmla="val 1800000"/>
            <a:gd name="adj2" fmla="val 9000000"/>
          </a:avLst>
        </a:prstGeom>
        <a:solidFill>
          <a:schemeClr val="accent3">
            <a:hueOff val="5624522"/>
            <a:satOff val="1095"/>
            <a:lumOff val="5882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Average Discount: 0.156</a:t>
          </a:r>
        </a:p>
      </dsp:txBody>
      <dsp:txXfrm>
        <a:off x="2680518" y="3109935"/>
        <a:ext cx="1898434" cy="1298928"/>
      </dsp:txXfrm>
    </dsp:sp>
    <dsp:sp modelId="{BA9C3D86-DE9A-4182-A804-CC31D30AB958}">
      <dsp:nvSpPr>
        <dsp:cNvPr id="0" name=""/>
        <dsp:cNvSpPr/>
      </dsp:nvSpPr>
      <dsp:spPr>
        <a:xfrm>
          <a:off x="1531466" y="452298"/>
          <a:ext cx="4196539" cy="4196539"/>
        </a:xfrm>
        <a:prstGeom prst="pie">
          <a:avLst>
            <a:gd name="adj1" fmla="val 9000000"/>
            <a:gd name="adj2" fmla="val 16200000"/>
          </a:avLst>
        </a:prstGeom>
        <a:solidFill>
          <a:schemeClr val="accent3">
            <a:hueOff val="11249043"/>
            <a:satOff val="2189"/>
            <a:lumOff val="11765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Total Sales: 22,95,455</a:t>
          </a:r>
        </a:p>
      </dsp:txBody>
      <dsp:txXfrm>
        <a:off x="1981095" y="1276619"/>
        <a:ext cx="1423825" cy="139884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373BA5-8AED-4A31-AB4D-5CEA87E079D4}">
      <dsp:nvSpPr>
        <dsp:cNvPr id="0" name=""/>
        <dsp:cNvSpPr/>
      </dsp:nvSpPr>
      <dsp:spPr>
        <a:xfrm>
          <a:off x="999222" y="0"/>
          <a:ext cx="2063135" cy="206313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F2A001-F4C3-48CE-A595-C071604A5328}">
      <dsp:nvSpPr>
        <dsp:cNvPr id="0" name=""/>
        <dsp:cNvSpPr/>
      </dsp:nvSpPr>
      <dsp:spPr>
        <a:xfrm>
          <a:off x="1195219" y="195997"/>
          <a:ext cx="804622" cy="8046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Total Sales: 22,95,455</a:t>
          </a:r>
          <a:endParaRPr lang="en-US" sz="1200" kern="1200" dirty="0"/>
        </a:p>
      </dsp:txBody>
      <dsp:txXfrm>
        <a:off x="1234497" y="235275"/>
        <a:ext cx="726066" cy="726066"/>
      </dsp:txXfrm>
    </dsp:sp>
    <dsp:sp modelId="{0E0C6ABC-EACB-46BB-B48C-59869349C21A}">
      <dsp:nvSpPr>
        <dsp:cNvPr id="0" name=""/>
        <dsp:cNvSpPr/>
      </dsp:nvSpPr>
      <dsp:spPr>
        <a:xfrm>
          <a:off x="2061736" y="195997"/>
          <a:ext cx="804622" cy="80462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Total Profit: 2,85,911</a:t>
          </a:r>
          <a:endParaRPr lang="en-US" sz="1200" kern="1200"/>
        </a:p>
      </dsp:txBody>
      <dsp:txXfrm>
        <a:off x="2101014" y="235275"/>
        <a:ext cx="726066" cy="726066"/>
      </dsp:txXfrm>
    </dsp:sp>
    <dsp:sp modelId="{238F9DAF-EA6B-451F-9D8F-03F9C63D7047}">
      <dsp:nvSpPr>
        <dsp:cNvPr id="0" name=""/>
        <dsp:cNvSpPr/>
      </dsp:nvSpPr>
      <dsp:spPr>
        <a:xfrm>
          <a:off x="1195219" y="1062514"/>
          <a:ext cx="804622" cy="80462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Average Discount: 0.156</a:t>
          </a:r>
          <a:endParaRPr lang="en-US" sz="1200" kern="1200"/>
        </a:p>
      </dsp:txBody>
      <dsp:txXfrm>
        <a:off x="1234497" y="1101792"/>
        <a:ext cx="726066" cy="726066"/>
      </dsp:txXfrm>
    </dsp:sp>
    <dsp:sp modelId="{5A774B60-E363-4B89-829B-4BC0C1909871}">
      <dsp:nvSpPr>
        <dsp:cNvPr id="0" name=""/>
        <dsp:cNvSpPr/>
      </dsp:nvSpPr>
      <dsp:spPr>
        <a:xfrm>
          <a:off x="2061736" y="1062514"/>
          <a:ext cx="804622" cy="80462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Profit Margin Analysis</a:t>
          </a:r>
          <a:endParaRPr lang="en-US" sz="1200" kern="1200"/>
        </a:p>
      </dsp:txBody>
      <dsp:txXfrm>
        <a:off x="2101014" y="1101792"/>
        <a:ext cx="726066" cy="72606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C32CB1-EA5F-4C09-BB64-CFDEBC50B743}">
      <dsp:nvSpPr>
        <dsp:cNvPr id="0" name=""/>
        <dsp:cNvSpPr/>
      </dsp:nvSpPr>
      <dsp:spPr>
        <a:xfrm>
          <a:off x="0" y="2942"/>
          <a:ext cx="6370572" cy="702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latin typeface="Rockwell" panose="02060603020205020403" pitchFamily="18" charset="0"/>
            </a:rPr>
            <a:t>SEGMENT ANALYSIS</a:t>
          </a:r>
        </a:p>
      </dsp:txBody>
      <dsp:txXfrm>
        <a:off x="34269" y="37211"/>
        <a:ext cx="6302034" cy="63346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CC629-CE16-40D5-8C7F-2EE2A64B45CE}">
      <dsp:nvSpPr>
        <dsp:cNvPr id="0" name=""/>
        <dsp:cNvSpPr/>
      </dsp:nvSpPr>
      <dsp:spPr>
        <a:xfrm>
          <a:off x="0" y="103"/>
          <a:ext cx="2723536" cy="39990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7030A0"/>
              </a:solidFill>
              <a:latin typeface="Rockwell" panose="02060603020205020403" pitchFamily="18" charset="0"/>
            </a:rPr>
            <a:t>Consumer Segment</a:t>
          </a:r>
          <a:endParaRPr lang="en-US" sz="2000" kern="1200" dirty="0">
            <a:solidFill>
              <a:srgbClr val="7030A0"/>
            </a:solidFill>
            <a:latin typeface="Rockwell" panose="02060603020205020403" pitchFamily="18" charset="0"/>
          </a:endParaRPr>
        </a:p>
      </dsp:txBody>
      <dsp:txXfrm>
        <a:off x="19522" y="19625"/>
        <a:ext cx="2684492" cy="36085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249D5-3CCC-4313-BE85-40735BAEFC85}">
      <dsp:nvSpPr>
        <dsp:cNvPr id="0" name=""/>
        <dsp:cNvSpPr/>
      </dsp:nvSpPr>
      <dsp:spPr>
        <a:xfrm>
          <a:off x="0" y="103"/>
          <a:ext cx="2723536" cy="39990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7030A0"/>
              </a:solidFill>
              <a:latin typeface="Rockwell" panose="02060603020205020403" pitchFamily="18" charset="0"/>
            </a:rPr>
            <a:t>Corporate Segment</a:t>
          </a:r>
          <a:endParaRPr lang="en-US" sz="2000" kern="1200" dirty="0">
            <a:solidFill>
              <a:srgbClr val="7030A0"/>
            </a:solidFill>
            <a:latin typeface="Rockwell" panose="02060603020205020403" pitchFamily="18" charset="0"/>
          </a:endParaRPr>
        </a:p>
      </dsp:txBody>
      <dsp:txXfrm>
        <a:off x="19522" y="19625"/>
        <a:ext cx="2684492" cy="36085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70311-79B3-45EF-9D86-D1DD6A07B055}">
      <dsp:nvSpPr>
        <dsp:cNvPr id="0" name=""/>
        <dsp:cNvSpPr/>
      </dsp:nvSpPr>
      <dsp:spPr>
        <a:xfrm>
          <a:off x="0" y="1154"/>
          <a:ext cx="2723536" cy="3978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7030A0"/>
              </a:solidFill>
              <a:latin typeface="Rockwell" panose="02060603020205020403" pitchFamily="18" charset="0"/>
            </a:rPr>
            <a:t>Home Office</a:t>
          </a:r>
          <a:endParaRPr lang="en-US" sz="1700" kern="1200" dirty="0">
            <a:solidFill>
              <a:srgbClr val="7030A0"/>
            </a:solidFill>
            <a:latin typeface="Rockwell" panose="02060603020205020403" pitchFamily="18" charset="0"/>
          </a:endParaRPr>
        </a:p>
      </dsp:txBody>
      <dsp:txXfrm>
        <a:off x="19419" y="20573"/>
        <a:ext cx="2684698" cy="35896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CC629-CE16-40D5-8C7F-2EE2A64B45CE}">
      <dsp:nvSpPr>
        <dsp:cNvPr id="0" name=""/>
        <dsp:cNvSpPr/>
      </dsp:nvSpPr>
      <dsp:spPr>
        <a:xfrm>
          <a:off x="0" y="0"/>
          <a:ext cx="2561304" cy="39990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7030A0"/>
              </a:solidFill>
              <a:latin typeface="Rockwell" panose="02060603020205020403" pitchFamily="18" charset="0"/>
              <a:ea typeface="+mn-ea"/>
              <a:cs typeface="+mn-cs"/>
            </a:rPr>
            <a:t>Technology</a:t>
          </a:r>
        </a:p>
      </dsp:txBody>
      <dsp:txXfrm>
        <a:off x="19522" y="19522"/>
        <a:ext cx="2522260" cy="36085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249D5-3CCC-4313-BE85-40735BAEFC85}">
      <dsp:nvSpPr>
        <dsp:cNvPr id="0" name=""/>
        <dsp:cNvSpPr/>
      </dsp:nvSpPr>
      <dsp:spPr>
        <a:xfrm>
          <a:off x="0" y="0"/>
          <a:ext cx="2561304" cy="39990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7030A0"/>
              </a:solidFill>
              <a:latin typeface="Rockwell" panose="02060603020205020403" pitchFamily="18" charset="0"/>
            </a:rPr>
            <a:t>Office Supplies</a:t>
          </a:r>
        </a:p>
      </dsp:txBody>
      <dsp:txXfrm>
        <a:off x="19522" y="19522"/>
        <a:ext cx="2522260" cy="36085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70311-79B3-45EF-9D86-D1DD6A07B055}">
      <dsp:nvSpPr>
        <dsp:cNvPr id="0" name=""/>
        <dsp:cNvSpPr/>
      </dsp:nvSpPr>
      <dsp:spPr>
        <a:xfrm>
          <a:off x="0" y="103"/>
          <a:ext cx="2561304" cy="39990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7030A0"/>
              </a:solidFill>
              <a:latin typeface="Rockwell" panose="02060603020205020403" pitchFamily="18" charset="0"/>
            </a:rPr>
            <a:t>Furniture</a:t>
          </a:r>
          <a:endParaRPr lang="en-US" sz="1700" kern="1200" dirty="0">
            <a:solidFill>
              <a:srgbClr val="7030A0"/>
            </a:solidFill>
            <a:latin typeface="Rockwell" panose="02060603020205020403" pitchFamily="18" charset="0"/>
          </a:endParaRPr>
        </a:p>
      </dsp:txBody>
      <dsp:txXfrm>
        <a:off x="19522" y="19625"/>
        <a:ext cx="2522260" cy="36085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C32CB1-EA5F-4C09-BB64-CFDEBC50B743}">
      <dsp:nvSpPr>
        <dsp:cNvPr id="0" name=""/>
        <dsp:cNvSpPr/>
      </dsp:nvSpPr>
      <dsp:spPr>
        <a:xfrm>
          <a:off x="0" y="2942"/>
          <a:ext cx="6370572" cy="702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latin typeface="Rockwell" panose="02060603020205020403" pitchFamily="18" charset="0"/>
            </a:rPr>
            <a:t>REGION ANALYSIS</a:t>
          </a:r>
        </a:p>
      </dsp:txBody>
      <dsp:txXfrm>
        <a:off x="34269" y="37211"/>
        <a:ext cx="6302034" cy="633462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CC629-CE16-40D5-8C7F-2EE2A64B45CE}">
      <dsp:nvSpPr>
        <dsp:cNvPr id="0" name=""/>
        <dsp:cNvSpPr/>
      </dsp:nvSpPr>
      <dsp:spPr>
        <a:xfrm>
          <a:off x="0" y="103"/>
          <a:ext cx="2723536" cy="39990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7030A0"/>
              </a:solidFill>
              <a:latin typeface="Rockwell" panose="02060603020205020403" pitchFamily="18" charset="0"/>
            </a:rPr>
            <a:t>West </a:t>
          </a:r>
        </a:p>
      </dsp:txBody>
      <dsp:txXfrm>
        <a:off x="19522" y="19625"/>
        <a:ext cx="2684492" cy="36085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249D5-3CCC-4313-BE85-40735BAEFC85}">
      <dsp:nvSpPr>
        <dsp:cNvPr id="0" name=""/>
        <dsp:cNvSpPr/>
      </dsp:nvSpPr>
      <dsp:spPr>
        <a:xfrm>
          <a:off x="0" y="103"/>
          <a:ext cx="2723536" cy="39990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7030A0"/>
              </a:solidFill>
              <a:latin typeface="Rockwell" panose="02060603020205020403" pitchFamily="18" charset="0"/>
            </a:rPr>
            <a:t>East</a:t>
          </a:r>
          <a:endParaRPr lang="en-US" sz="2000" kern="1200" dirty="0">
            <a:solidFill>
              <a:srgbClr val="7030A0"/>
            </a:solidFill>
            <a:latin typeface="Rockwell" panose="02060603020205020403" pitchFamily="18" charset="0"/>
          </a:endParaRPr>
        </a:p>
      </dsp:txBody>
      <dsp:txXfrm>
        <a:off x="19522" y="19625"/>
        <a:ext cx="2684492" cy="36085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70311-79B3-45EF-9D86-D1DD6A07B055}">
      <dsp:nvSpPr>
        <dsp:cNvPr id="0" name=""/>
        <dsp:cNvSpPr/>
      </dsp:nvSpPr>
      <dsp:spPr>
        <a:xfrm>
          <a:off x="0" y="1154"/>
          <a:ext cx="2723536" cy="3978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7030A0"/>
              </a:solidFill>
              <a:latin typeface="Rockwell" panose="02060603020205020403" pitchFamily="18" charset="0"/>
            </a:rPr>
            <a:t>Central &amp; South</a:t>
          </a:r>
          <a:endParaRPr lang="en-US" sz="1700" kern="1200" dirty="0">
            <a:solidFill>
              <a:srgbClr val="7030A0"/>
            </a:solidFill>
            <a:latin typeface="Rockwell" panose="02060603020205020403" pitchFamily="18" charset="0"/>
          </a:endParaRPr>
        </a:p>
      </dsp:txBody>
      <dsp:txXfrm>
        <a:off x="19419" y="20573"/>
        <a:ext cx="2684698" cy="35896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CC629-CE16-40D5-8C7F-2EE2A64B45CE}">
      <dsp:nvSpPr>
        <dsp:cNvPr id="0" name=""/>
        <dsp:cNvSpPr/>
      </dsp:nvSpPr>
      <dsp:spPr>
        <a:xfrm>
          <a:off x="0" y="0"/>
          <a:ext cx="2860823" cy="39981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7030A0"/>
              </a:solidFill>
              <a:latin typeface="Rockwell" panose="02060603020205020403" pitchFamily="18" charset="0"/>
              <a:ea typeface="+mn-ea"/>
              <a:cs typeface="+mn-cs"/>
            </a:rPr>
            <a:t>MINIMUM DISOUNT-0</a:t>
          </a:r>
        </a:p>
      </dsp:txBody>
      <dsp:txXfrm>
        <a:off x="19517" y="19517"/>
        <a:ext cx="2821789" cy="360776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249D5-3CCC-4313-BE85-40735BAEFC85}">
      <dsp:nvSpPr>
        <dsp:cNvPr id="0" name=""/>
        <dsp:cNvSpPr/>
      </dsp:nvSpPr>
      <dsp:spPr>
        <a:xfrm>
          <a:off x="0" y="0"/>
          <a:ext cx="3124020" cy="39981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7030A0"/>
              </a:solidFill>
              <a:latin typeface="Rockwell" panose="02060603020205020403" pitchFamily="18" charset="0"/>
              <a:ea typeface="+mn-ea"/>
              <a:cs typeface="+mn-cs"/>
            </a:rPr>
            <a:t>MAXIMUM DISOUNT-0.8</a:t>
          </a:r>
          <a:endParaRPr lang="en-US" sz="1800" b="1" kern="1200" dirty="0">
            <a:solidFill>
              <a:srgbClr val="7030A0"/>
            </a:solidFill>
            <a:latin typeface="Rockwell" panose="02060603020205020403" pitchFamily="18" charset="0"/>
          </a:endParaRPr>
        </a:p>
      </dsp:txBody>
      <dsp:txXfrm>
        <a:off x="19517" y="19517"/>
        <a:ext cx="3084986" cy="360776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70311-79B3-45EF-9D86-D1DD6A07B055}">
      <dsp:nvSpPr>
        <dsp:cNvPr id="0" name=""/>
        <dsp:cNvSpPr/>
      </dsp:nvSpPr>
      <dsp:spPr>
        <a:xfrm>
          <a:off x="0" y="149"/>
          <a:ext cx="3124019" cy="39981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7030A0"/>
              </a:solidFill>
              <a:latin typeface="Rockwell" panose="02060603020205020403" pitchFamily="18" charset="0"/>
              <a:ea typeface="+mn-ea"/>
              <a:cs typeface="+mn-cs"/>
            </a:rPr>
            <a:t>AVERAGE DISOUNT-0.156</a:t>
          </a:r>
          <a:endParaRPr lang="en-US" sz="1600" kern="1200" dirty="0">
            <a:solidFill>
              <a:srgbClr val="7030A0"/>
            </a:solidFill>
            <a:latin typeface="Rockwell" panose="02060603020205020403" pitchFamily="18" charset="0"/>
          </a:endParaRPr>
        </a:p>
      </dsp:txBody>
      <dsp:txXfrm>
        <a:off x="19517" y="19666"/>
        <a:ext cx="3084985" cy="360776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C32CB1-EA5F-4C09-BB64-CFDEBC50B743}">
      <dsp:nvSpPr>
        <dsp:cNvPr id="0" name=""/>
        <dsp:cNvSpPr/>
      </dsp:nvSpPr>
      <dsp:spPr>
        <a:xfrm>
          <a:off x="0" y="7622"/>
          <a:ext cx="6370572" cy="6926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rgbClr val="0E5580">
                  <a:hueOff val="0"/>
                  <a:satOff val="0"/>
                  <a:lumOff val="0"/>
                  <a:alphaOff val="0"/>
                </a:srgbClr>
              </a:solidFill>
              <a:latin typeface="Rockwell" panose="02060603020205020403" pitchFamily="18" charset="0"/>
              <a:ea typeface="+mn-ea"/>
              <a:cs typeface="+mn-cs"/>
            </a:rPr>
            <a:t>PROFIT MARGIN ANALYSIS</a:t>
          </a:r>
        </a:p>
      </dsp:txBody>
      <dsp:txXfrm>
        <a:off x="33812" y="41434"/>
        <a:ext cx="6302948" cy="625016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CC629-CE16-40D5-8C7F-2EE2A64B45CE}">
      <dsp:nvSpPr>
        <dsp:cNvPr id="0" name=""/>
        <dsp:cNvSpPr/>
      </dsp:nvSpPr>
      <dsp:spPr>
        <a:xfrm>
          <a:off x="0" y="103"/>
          <a:ext cx="2723536" cy="39990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7030A0"/>
              </a:solidFill>
              <a:latin typeface="Rockwell" panose="02060603020205020403" pitchFamily="18" charset="0"/>
            </a:rPr>
            <a:t>Technology </a:t>
          </a:r>
        </a:p>
      </dsp:txBody>
      <dsp:txXfrm>
        <a:off x="19522" y="19625"/>
        <a:ext cx="2684492" cy="360858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249D5-3CCC-4313-BE85-40735BAEFC85}">
      <dsp:nvSpPr>
        <dsp:cNvPr id="0" name=""/>
        <dsp:cNvSpPr/>
      </dsp:nvSpPr>
      <dsp:spPr>
        <a:xfrm>
          <a:off x="0" y="0"/>
          <a:ext cx="2723536" cy="39990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7030A0"/>
              </a:solidFill>
              <a:latin typeface="Rockwell" panose="02060603020205020403" pitchFamily="18" charset="0"/>
            </a:rPr>
            <a:t>Furniture</a:t>
          </a:r>
        </a:p>
      </dsp:txBody>
      <dsp:txXfrm>
        <a:off x="19522" y="19522"/>
        <a:ext cx="2684492" cy="360858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CC629-CE16-40D5-8C7F-2EE2A64B45CE}">
      <dsp:nvSpPr>
        <dsp:cNvPr id="0" name=""/>
        <dsp:cNvSpPr/>
      </dsp:nvSpPr>
      <dsp:spPr>
        <a:xfrm>
          <a:off x="0" y="103"/>
          <a:ext cx="2723536" cy="39990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7030A0"/>
              </a:solidFill>
              <a:latin typeface="Rockwell" panose="02060603020205020403" pitchFamily="18" charset="0"/>
            </a:rPr>
            <a:t>Top City</a:t>
          </a:r>
        </a:p>
      </dsp:txBody>
      <dsp:txXfrm>
        <a:off x="19522" y="19625"/>
        <a:ext cx="2684492" cy="360858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249D5-3CCC-4313-BE85-40735BAEFC85}">
      <dsp:nvSpPr>
        <dsp:cNvPr id="0" name=""/>
        <dsp:cNvSpPr/>
      </dsp:nvSpPr>
      <dsp:spPr>
        <a:xfrm>
          <a:off x="0" y="0"/>
          <a:ext cx="2723536" cy="39990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7030A0"/>
              </a:solidFill>
              <a:latin typeface="Rockwell" panose="02060603020205020403" pitchFamily="18" charset="0"/>
            </a:rPr>
            <a:t>Top State</a:t>
          </a:r>
        </a:p>
      </dsp:txBody>
      <dsp:txXfrm>
        <a:off x="19522" y="19522"/>
        <a:ext cx="2684492" cy="360858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C32CB1-EA5F-4C09-BB64-CFDEBC50B743}">
      <dsp:nvSpPr>
        <dsp:cNvPr id="0" name=""/>
        <dsp:cNvSpPr/>
      </dsp:nvSpPr>
      <dsp:spPr>
        <a:xfrm>
          <a:off x="0" y="7622"/>
          <a:ext cx="4266469" cy="6926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rgbClr val="0E5580">
                  <a:hueOff val="0"/>
                  <a:satOff val="0"/>
                  <a:lumOff val="0"/>
                  <a:alphaOff val="0"/>
                </a:srgbClr>
              </a:solidFill>
              <a:latin typeface="Rockwell" panose="02060603020205020403" pitchFamily="18" charset="0"/>
              <a:ea typeface="+mn-ea"/>
              <a:cs typeface="+mn-cs"/>
            </a:rPr>
            <a:t>LOSS ANALYSIS</a:t>
          </a:r>
        </a:p>
      </dsp:txBody>
      <dsp:txXfrm>
        <a:off x="33812" y="41434"/>
        <a:ext cx="4198845" cy="625016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CC629-CE16-40D5-8C7F-2EE2A64B45CE}">
      <dsp:nvSpPr>
        <dsp:cNvPr id="0" name=""/>
        <dsp:cNvSpPr/>
      </dsp:nvSpPr>
      <dsp:spPr>
        <a:xfrm>
          <a:off x="0" y="149"/>
          <a:ext cx="5928374" cy="39981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7030A0"/>
              </a:solidFill>
              <a:latin typeface="Rockwell" panose="02060603020205020403" pitchFamily="18" charset="0"/>
            </a:rPr>
            <a:t>Some Cities Generate Negative Profit</a:t>
          </a:r>
        </a:p>
      </dsp:txBody>
      <dsp:txXfrm>
        <a:off x="19517" y="19666"/>
        <a:ext cx="5889340" cy="360776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617182-1B39-46F7-9676-120C4BEF6A9D}">
      <dsp:nvSpPr>
        <dsp:cNvPr id="0" name=""/>
        <dsp:cNvSpPr/>
      </dsp:nvSpPr>
      <dsp:spPr>
        <a:xfrm>
          <a:off x="3789" y="1919"/>
          <a:ext cx="7759904" cy="923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>
              <a:latin typeface="Rockwell" panose="02060603020205020403" pitchFamily="18" charset="0"/>
            </a:rPr>
            <a:t>Consumer Segment Dominates</a:t>
          </a:r>
          <a:endParaRPr lang="en-US" sz="3300" kern="1200" dirty="0">
            <a:latin typeface="Rockwell" panose="02060603020205020403" pitchFamily="18" charset="0"/>
          </a:endParaRPr>
        </a:p>
      </dsp:txBody>
      <dsp:txXfrm>
        <a:off x="48864" y="46994"/>
        <a:ext cx="7669754" cy="833219"/>
      </dsp:txXfrm>
    </dsp:sp>
    <dsp:sp modelId="{0E39D897-E71E-4A9C-9A77-933FF9B1C33A}">
      <dsp:nvSpPr>
        <dsp:cNvPr id="0" name=""/>
        <dsp:cNvSpPr/>
      </dsp:nvSpPr>
      <dsp:spPr>
        <a:xfrm>
          <a:off x="3789" y="971458"/>
          <a:ext cx="7759904" cy="923369"/>
        </a:xfrm>
        <a:prstGeom prst="roundRect">
          <a:avLst/>
        </a:prstGeom>
        <a:solidFill>
          <a:schemeClr val="accent3">
            <a:lumMod val="7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>
              <a:latin typeface="Rockwell" panose="02060603020205020403" pitchFamily="18" charset="0"/>
            </a:rPr>
            <a:t>Technology Drives Profit</a:t>
          </a:r>
        </a:p>
      </dsp:txBody>
      <dsp:txXfrm>
        <a:off x="48864" y="1016533"/>
        <a:ext cx="7669754" cy="833219"/>
      </dsp:txXfrm>
    </dsp:sp>
    <dsp:sp modelId="{567AA777-7A98-4A08-8F52-3C575DAEF194}">
      <dsp:nvSpPr>
        <dsp:cNvPr id="0" name=""/>
        <dsp:cNvSpPr/>
      </dsp:nvSpPr>
      <dsp:spPr>
        <a:xfrm>
          <a:off x="3789" y="1940996"/>
          <a:ext cx="7759904" cy="923369"/>
        </a:xfrm>
        <a:prstGeom prst="roundRect">
          <a:avLst/>
        </a:prstGeom>
        <a:solidFill>
          <a:schemeClr val="tx2">
            <a:lumMod val="5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>
              <a:latin typeface="Rockwell" panose="02060603020205020403" pitchFamily="18" charset="0"/>
            </a:rPr>
            <a:t>West Region Performs Best</a:t>
          </a:r>
        </a:p>
      </dsp:txBody>
      <dsp:txXfrm>
        <a:off x="48864" y="1986071"/>
        <a:ext cx="7669754" cy="833219"/>
      </dsp:txXfrm>
    </dsp:sp>
    <dsp:sp modelId="{8EF873DC-CFDF-4475-9093-F28A10846D3C}">
      <dsp:nvSpPr>
        <dsp:cNvPr id="0" name=""/>
        <dsp:cNvSpPr/>
      </dsp:nvSpPr>
      <dsp:spPr>
        <a:xfrm>
          <a:off x="3789" y="2910535"/>
          <a:ext cx="7759904" cy="923369"/>
        </a:xfrm>
        <a:prstGeom prst="roundRect">
          <a:avLst/>
        </a:prstGeom>
        <a:solidFill>
          <a:schemeClr val="accent4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>
              <a:latin typeface="Rockwell" panose="02060603020205020403" pitchFamily="18" charset="0"/>
            </a:rPr>
            <a:t>High Discount Reduces Profitability</a:t>
          </a:r>
        </a:p>
      </dsp:txBody>
      <dsp:txXfrm>
        <a:off x="48864" y="2955610"/>
        <a:ext cx="7669754" cy="833219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617182-1B39-46F7-9676-120C4BEF6A9D}">
      <dsp:nvSpPr>
        <dsp:cNvPr id="0" name=""/>
        <dsp:cNvSpPr/>
      </dsp:nvSpPr>
      <dsp:spPr>
        <a:xfrm flipH="1">
          <a:off x="4408" y="1919"/>
          <a:ext cx="9027027" cy="923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 dirty="0">
              <a:solidFill>
                <a:prstClr val="white"/>
              </a:solidFill>
              <a:latin typeface="Rockwell" panose="02060603020205020403" pitchFamily="18" charset="0"/>
              <a:ea typeface="+mn-ea"/>
              <a:cs typeface="+mn-cs"/>
            </a:rPr>
            <a:t>Reduce Unnecessary Discounts</a:t>
          </a:r>
        </a:p>
      </dsp:txBody>
      <dsp:txXfrm>
        <a:off x="49483" y="46994"/>
        <a:ext cx="8936877" cy="833219"/>
      </dsp:txXfrm>
    </dsp:sp>
    <dsp:sp modelId="{0E39D897-E71E-4A9C-9A77-933FF9B1C33A}">
      <dsp:nvSpPr>
        <dsp:cNvPr id="0" name=""/>
        <dsp:cNvSpPr/>
      </dsp:nvSpPr>
      <dsp:spPr>
        <a:xfrm>
          <a:off x="4408" y="971458"/>
          <a:ext cx="9027027" cy="923369"/>
        </a:xfrm>
        <a:prstGeom prst="roundRect">
          <a:avLst/>
        </a:prstGeom>
        <a:solidFill>
          <a:schemeClr val="accent3">
            <a:lumMod val="7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 dirty="0">
              <a:solidFill>
                <a:prstClr val="white"/>
              </a:solidFill>
              <a:latin typeface="Rockwell" panose="02060603020205020403" pitchFamily="18" charset="0"/>
              <a:ea typeface="+mn-ea"/>
              <a:cs typeface="+mn-cs"/>
            </a:rPr>
            <a:t>Focus on Technology Category</a:t>
          </a:r>
        </a:p>
      </dsp:txBody>
      <dsp:txXfrm>
        <a:off x="49483" y="1016533"/>
        <a:ext cx="8936877" cy="833219"/>
      </dsp:txXfrm>
    </dsp:sp>
    <dsp:sp modelId="{567AA777-7A98-4A08-8F52-3C575DAEF194}">
      <dsp:nvSpPr>
        <dsp:cNvPr id="0" name=""/>
        <dsp:cNvSpPr/>
      </dsp:nvSpPr>
      <dsp:spPr>
        <a:xfrm>
          <a:off x="4408" y="1940996"/>
          <a:ext cx="9027027" cy="923369"/>
        </a:xfrm>
        <a:prstGeom prst="roundRect">
          <a:avLst/>
        </a:prstGeom>
        <a:solidFill>
          <a:schemeClr val="tx2">
            <a:lumMod val="2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 dirty="0">
              <a:solidFill>
                <a:prstClr val="white"/>
              </a:solidFill>
              <a:latin typeface="Rockwell" panose="02060603020205020403" pitchFamily="18" charset="0"/>
              <a:ea typeface="+mn-ea"/>
              <a:cs typeface="+mn-cs"/>
            </a:rPr>
            <a:t>Improve Furniture Profitability</a:t>
          </a:r>
        </a:p>
      </dsp:txBody>
      <dsp:txXfrm>
        <a:off x="49483" y="1986071"/>
        <a:ext cx="8936877" cy="833219"/>
      </dsp:txXfrm>
    </dsp:sp>
    <dsp:sp modelId="{8EF873DC-CFDF-4475-9093-F28A10846D3C}">
      <dsp:nvSpPr>
        <dsp:cNvPr id="0" name=""/>
        <dsp:cNvSpPr/>
      </dsp:nvSpPr>
      <dsp:spPr>
        <a:xfrm>
          <a:off x="4408" y="2910535"/>
          <a:ext cx="9027027" cy="923369"/>
        </a:xfrm>
        <a:prstGeom prst="roundRect">
          <a:avLst/>
        </a:prstGeom>
        <a:solidFill>
          <a:schemeClr val="bg2">
            <a:lumMod val="60000"/>
            <a:lumOff val="4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 dirty="0">
              <a:latin typeface="Rockwell" panose="02060603020205020403" pitchFamily="18" charset="0"/>
            </a:rPr>
            <a:t>Target high-performing regions</a:t>
          </a:r>
        </a:p>
      </dsp:txBody>
      <dsp:txXfrm>
        <a:off x="49483" y="2955610"/>
        <a:ext cx="8936877" cy="833219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617182-1B39-46F7-9676-120C4BEF6A9D}">
      <dsp:nvSpPr>
        <dsp:cNvPr id="0" name=""/>
        <dsp:cNvSpPr/>
      </dsp:nvSpPr>
      <dsp:spPr>
        <a:xfrm>
          <a:off x="0" y="1947"/>
          <a:ext cx="8879689" cy="9368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 dirty="0">
              <a:latin typeface="Rockwell" panose="02060603020205020403" pitchFamily="18" charset="0"/>
            </a:rPr>
            <a:t>Business is Profitable Overall</a:t>
          </a:r>
          <a:endParaRPr lang="en-US" sz="4300" b="1" kern="1200" dirty="0">
            <a:solidFill>
              <a:prstClr val="white"/>
            </a:solidFill>
            <a:latin typeface="Rockwell" panose="02060603020205020403" pitchFamily="18" charset="0"/>
            <a:ea typeface="+mn-ea"/>
            <a:cs typeface="+mn-cs"/>
          </a:endParaRPr>
        </a:p>
      </dsp:txBody>
      <dsp:txXfrm>
        <a:off x="45732" y="47679"/>
        <a:ext cx="8788225" cy="845365"/>
      </dsp:txXfrm>
    </dsp:sp>
    <dsp:sp modelId="{0E39D897-E71E-4A9C-9A77-933FF9B1C33A}">
      <dsp:nvSpPr>
        <dsp:cNvPr id="0" name=""/>
        <dsp:cNvSpPr/>
      </dsp:nvSpPr>
      <dsp:spPr>
        <a:xfrm>
          <a:off x="4336" y="985618"/>
          <a:ext cx="8879689" cy="936829"/>
        </a:xfrm>
        <a:prstGeom prst="roundRect">
          <a:avLst/>
        </a:prstGeom>
        <a:solidFill>
          <a:schemeClr val="accent3">
            <a:lumMod val="7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prstClr val="white"/>
              </a:solidFill>
              <a:latin typeface="Rockwell" panose="02060603020205020403" pitchFamily="18" charset="0"/>
              <a:ea typeface="+mn-ea"/>
              <a:cs typeface="+mn-cs"/>
            </a:rPr>
            <a:t>Growth Driven by Technology &amp; Consumer Segment</a:t>
          </a:r>
        </a:p>
      </dsp:txBody>
      <dsp:txXfrm>
        <a:off x="50068" y="1031350"/>
        <a:ext cx="8788225" cy="845365"/>
      </dsp:txXfrm>
    </dsp:sp>
    <dsp:sp modelId="{567AA777-7A98-4A08-8F52-3C575DAEF194}">
      <dsp:nvSpPr>
        <dsp:cNvPr id="0" name=""/>
        <dsp:cNvSpPr/>
      </dsp:nvSpPr>
      <dsp:spPr>
        <a:xfrm>
          <a:off x="4336" y="1969289"/>
          <a:ext cx="8879689" cy="936829"/>
        </a:xfrm>
        <a:prstGeom prst="roundRect">
          <a:avLst/>
        </a:prstGeom>
        <a:solidFill>
          <a:schemeClr val="tx2">
            <a:lumMod val="2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prstClr val="white"/>
              </a:solidFill>
              <a:latin typeface="Rockwell" panose="02060603020205020403" pitchFamily="18" charset="0"/>
              <a:ea typeface="+mn-ea"/>
              <a:cs typeface="+mn-cs"/>
            </a:rPr>
            <a:t>Improvement Needed In Low-performing Areas</a:t>
          </a:r>
        </a:p>
      </dsp:txBody>
      <dsp:txXfrm>
        <a:off x="50068" y="2015021"/>
        <a:ext cx="8788225" cy="845365"/>
      </dsp:txXfrm>
    </dsp:sp>
    <dsp:sp modelId="{8EF873DC-CFDF-4475-9093-F28A10846D3C}">
      <dsp:nvSpPr>
        <dsp:cNvPr id="0" name=""/>
        <dsp:cNvSpPr/>
      </dsp:nvSpPr>
      <dsp:spPr>
        <a:xfrm>
          <a:off x="4336" y="2952960"/>
          <a:ext cx="8879689" cy="936829"/>
        </a:xfrm>
        <a:prstGeom prst="roundRect">
          <a:avLst/>
        </a:prstGeom>
        <a:solidFill>
          <a:srgbClr val="00B0F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prstClr val="white"/>
              </a:solidFill>
              <a:latin typeface="Rockwell" panose="02060603020205020403" pitchFamily="18" charset="0"/>
              <a:ea typeface="+mn-ea"/>
              <a:cs typeface="+mn-cs"/>
            </a:rPr>
            <a:t>Target High-performing Regions</a:t>
          </a:r>
        </a:p>
      </dsp:txBody>
      <dsp:txXfrm>
        <a:off x="50068" y="2998692"/>
        <a:ext cx="8788225" cy="845365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C5B0-C7D5-44A2-921E-50187E1091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42A0-B4C1-4DE3-9142-BE16C30F2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10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C5B0-C7D5-44A2-921E-50187E1091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42A0-B4C1-4DE3-9142-BE16C30F2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063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C5B0-C7D5-44A2-921E-50187E1091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42A0-B4C1-4DE3-9142-BE16C30F2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68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C5B0-C7D5-44A2-921E-50187E1091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42A0-B4C1-4DE3-9142-BE16C30F2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3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C5B0-C7D5-44A2-921E-50187E1091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42A0-B4C1-4DE3-9142-BE16C30F2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940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C5B0-C7D5-44A2-921E-50187E1091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42A0-B4C1-4DE3-9142-BE16C30F2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73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C5B0-C7D5-44A2-921E-50187E1091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42A0-B4C1-4DE3-9142-BE16C30F2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26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C5B0-C7D5-44A2-921E-50187E1091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42A0-B4C1-4DE3-9142-BE16C30F2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07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C5B0-C7D5-44A2-921E-50187E1091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42A0-B4C1-4DE3-9142-BE16C30F2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3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C5B0-C7D5-44A2-921E-50187E1091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42A0-B4C1-4DE3-9142-BE16C30F2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06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C5B0-C7D5-44A2-921E-50187E1091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42A0-B4C1-4DE3-9142-BE16C30F2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20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C5B0-C7D5-44A2-921E-50187E1091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42A0-B4C1-4DE3-9142-BE16C30F20F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895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C5B0-C7D5-44A2-921E-50187E1091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42A0-B4C1-4DE3-9142-BE16C30F2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94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C5B0-C7D5-44A2-921E-50187E1091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42A0-B4C1-4DE3-9142-BE16C30F2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3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C5B0-C7D5-44A2-921E-50187E1091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42A0-B4C1-4DE3-9142-BE16C30F2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01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C5B0-C7D5-44A2-921E-50187E1091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42A0-B4C1-4DE3-9142-BE16C30F2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63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8C5B0-C7D5-44A2-921E-50187E1091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42A0-B4C1-4DE3-9142-BE16C30F2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51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B88C5B0-C7D5-44A2-921E-50187E1091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142A0-B4C1-4DE3-9142-BE16C30F2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023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microsoft.com/office/2007/relationships/diagramDrawing" Target="../diagrams/drawing8.xm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8.xml"/><Relationship Id="rId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8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11.xml"/><Relationship Id="rId18" Type="http://schemas.openxmlformats.org/officeDocument/2006/relationships/diagramLayout" Target="../diagrams/layout12.xml"/><Relationship Id="rId26" Type="http://schemas.microsoft.com/office/2007/relationships/diagramDrawing" Target="../diagrams/drawing13.xml"/><Relationship Id="rId3" Type="http://schemas.openxmlformats.org/officeDocument/2006/relationships/diagramLayout" Target="../diagrams/layout9.xml"/><Relationship Id="rId21" Type="http://schemas.microsoft.com/office/2007/relationships/diagramDrawing" Target="../diagrams/drawing12.xml"/><Relationship Id="rId34" Type="http://schemas.openxmlformats.org/officeDocument/2006/relationships/diagramQuickStyle" Target="../diagrams/quickStyle15.xml"/><Relationship Id="rId7" Type="http://schemas.openxmlformats.org/officeDocument/2006/relationships/diagramData" Target="../diagrams/data10.xml"/><Relationship Id="rId12" Type="http://schemas.openxmlformats.org/officeDocument/2006/relationships/diagramData" Target="../diagrams/data11.xml"/><Relationship Id="rId17" Type="http://schemas.openxmlformats.org/officeDocument/2006/relationships/diagramData" Target="../diagrams/data12.xml"/><Relationship Id="rId25" Type="http://schemas.openxmlformats.org/officeDocument/2006/relationships/diagramColors" Target="../diagrams/colors13.xml"/><Relationship Id="rId33" Type="http://schemas.openxmlformats.org/officeDocument/2006/relationships/diagramLayout" Target="../diagrams/layout15.xml"/><Relationship Id="rId2" Type="http://schemas.openxmlformats.org/officeDocument/2006/relationships/diagramData" Target="../diagrams/data9.xml"/><Relationship Id="rId16" Type="http://schemas.microsoft.com/office/2007/relationships/diagramDrawing" Target="../diagrams/drawing11.xml"/><Relationship Id="rId20" Type="http://schemas.openxmlformats.org/officeDocument/2006/relationships/diagramColors" Target="../diagrams/colors12.xml"/><Relationship Id="rId29" Type="http://schemas.openxmlformats.org/officeDocument/2006/relationships/diagramQuickStyle" Target="../diagrams/quickStyle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24" Type="http://schemas.openxmlformats.org/officeDocument/2006/relationships/diagramQuickStyle" Target="../diagrams/quickStyle13.xml"/><Relationship Id="rId32" Type="http://schemas.openxmlformats.org/officeDocument/2006/relationships/diagramData" Target="../diagrams/data15.xml"/><Relationship Id="rId5" Type="http://schemas.openxmlformats.org/officeDocument/2006/relationships/diagramColors" Target="../diagrams/colors9.xml"/><Relationship Id="rId15" Type="http://schemas.openxmlformats.org/officeDocument/2006/relationships/diagramColors" Target="../diagrams/colors11.xml"/><Relationship Id="rId23" Type="http://schemas.openxmlformats.org/officeDocument/2006/relationships/diagramLayout" Target="../diagrams/layout13.xml"/><Relationship Id="rId28" Type="http://schemas.openxmlformats.org/officeDocument/2006/relationships/diagramLayout" Target="../diagrams/layout14.xml"/><Relationship Id="rId36" Type="http://schemas.microsoft.com/office/2007/relationships/diagramDrawing" Target="../diagrams/drawing15.xml"/><Relationship Id="rId10" Type="http://schemas.openxmlformats.org/officeDocument/2006/relationships/diagramColors" Target="../diagrams/colors10.xml"/><Relationship Id="rId19" Type="http://schemas.openxmlformats.org/officeDocument/2006/relationships/diagramQuickStyle" Target="../diagrams/quickStyle12.xml"/><Relationship Id="rId31" Type="http://schemas.microsoft.com/office/2007/relationships/diagramDrawing" Target="../diagrams/drawing14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Relationship Id="rId14" Type="http://schemas.openxmlformats.org/officeDocument/2006/relationships/diagramQuickStyle" Target="../diagrams/quickStyle11.xml"/><Relationship Id="rId22" Type="http://schemas.openxmlformats.org/officeDocument/2006/relationships/diagramData" Target="../diagrams/data13.xml"/><Relationship Id="rId27" Type="http://schemas.openxmlformats.org/officeDocument/2006/relationships/diagramData" Target="../diagrams/data14.xml"/><Relationship Id="rId30" Type="http://schemas.openxmlformats.org/officeDocument/2006/relationships/diagramColors" Target="../diagrams/colors14.xml"/><Relationship Id="rId35" Type="http://schemas.openxmlformats.org/officeDocument/2006/relationships/diagramColors" Target="../diagrams/colors15.xml"/><Relationship Id="rId8" Type="http://schemas.openxmlformats.org/officeDocument/2006/relationships/diagramLayout" Target="../diagrams/layout10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18.xml"/><Relationship Id="rId18" Type="http://schemas.openxmlformats.org/officeDocument/2006/relationships/diagramLayout" Target="../diagrams/layout19.xml"/><Relationship Id="rId26" Type="http://schemas.microsoft.com/office/2007/relationships/diagramDrawing" Target="../diagrams/drawing20.xml"/><Relationship Id="rId3" Type="http://schemas.openxmlformats.org/officeDocument/2006/relationships/diagramLayout" Target="../diagrams/layout16.xml"/><Relationship Id="rId21" Type="http://schemas.microsoft.com/office/2007/relationships/diagramDrawing" Target="../diagrams/drawing19.xml"/><Relationship Id="rId34" Type="http://schemas.openxmlformats.org/officeDocument/2006/relationships/diagramQuickStyle" Target="../diagrams/quickStyle22.xml"/><Relationship Id="rId7" Type="http://schemas.openxmlformats.org/officeDocument/2006/relationships/diagramData" Target="../diagrams/data17.xml"/><Relationship Id="rId12" Type="http://schemas.openxmlformats.org/officeDocument/2006/relationships/diagramData" Target="../diagrams/data18.xml"/><Relationship Id="rId17" Type="http://schemas.openxmlformats.org/officeDocument/2006/relationships/diagramData" Target="../diagrams/data19.xml"/><Relationship Id="rId25" Type="http://schemas.openxmlformats.org/officeDocument/2006/relationships/diagramColors" Target="../diagrams/colors20.xml"/><Relationship Id="rId33" Type="http://schemas.openxmlformats.org/officeDocument/2006/relationships/diagramLayout" Target="../diagrams/layout22.xml"/><Relationship Id="rId2" Type="http://schemas.openxmlformats.org/officeDocument/2006/relationships/diagramData" Target="../diagrams/data16.xml"/><Relationship Id="rId16" Type="http://schemas.microsoft.com/office/2007/relationships/diagramDrawing" Target="../diagrams/drawing18.xml"/><Relationship Id="rId20" Type="http://schemas.openxmlformats.org/officeDocument/2006/relationships/diagramColors" Target="../diagrams/colors19.xml"/><Relationship Id="rId29" Type="http://schemas.openxmlformats.org/officeDocument/2006/relationships/diagramQuickStyle" Target="../diagrams/quickStyle2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6.xml"/><Relationship Id="rId11" Type="http://schemas.microsoft.com/office/2007/relationships/diagramDrawing" Target="../diagrams/drawing17.xml"/><Relationship Id="rId24" Type="http://schemas.openxmlformats.org/officeDocument/2006/relationships/diagramQuickStyle" Target="../diagrams/quickStyle20.xml"/><Relationship Id="rId32" Type="http://schemas.openxmlformats.org/officeDocument/2006/relationships/diagramData" Target="../diagrams/data22.xml"/><Relationship Id="rId5" Type="http://schemas.openxmlformats.org/officeDocument/2006/relationships/diagramColors" Target="../diagrams/colors16.xml"/><Relationship Id="rId15" Type="http://schemas.openxmlformats.org/officeDocument/2006/relationships/diagramColors" Target="../diagrams/colors18.xml"/><Relationship Id="rId23" Type="http://schemas.openxmlformats.org/officeDocument/2006/relationships/diagramLayout" Target="../diagrams/layout20.xml"/><Relationship Id="rId28" Type="http://schemas.openxmlformats.org/officeDocument/2006/relationships/diagramLayout" Target="../diagrams/layout21.xml"/><Relationship Id="rId36" Type="http://schemas.microsoft.com/office/2007/relationships/diagramDrawing" Target="../diagrams/drawing22.xml"/><Relationship Id="rId10" Type="http://schemas.openxmlformats.org/officeDocument/2006/relationships/diagramColors" Target="../diagrams/colors17.xml"/><Relationship Id="rId19" Type="http://schemas.openxmlformats.org/officeDocument/2006/relationships/diagramQuickStyle" Target="../diagrams/quickStyle19.xml"/><Relationship Id="rId31" Type="http://schemas.microsoft.com/office/2007/relationships/diagramDrawing" Target="../diagrams/drawing21.xml"/><Relationship Id="rId4" Type="http://schemas.openxmlformats.org/officeDocument/2006/relationships/diagramQuickStyle" Target="../diagrams/quickStyle16.xml"/><Relationship Id="rId9" Type="http://schemas.openxmlformats.org/officeDocument/2006/relationships/diagramQuickStyle" Target="../diagrams/quickStyle17.xml"/><Relationship Id="rId14" Type="http://schemas.openxmlformats.org/officeDocument/2006/relationships/diagramQuickStyle" Target="../diagrams/quickStyle18.xml"/><Relationship Id="rId22" Type="http://schemas.openxmlformats.org/officeDocument/2006/relationships/diagramData" Target="../diagrams/data20.xml"/><Relationship Id="rId27" Type="http://schemas.openxmlformats.org/officeDocument/2006/relationships/diagramData" Target="../diagrams/data21.xml"/><Relationship Id="rId30" Type="http://schemas.openxmlformats.org/officeDocument/2006/relationships/diagramColors" Target="../diagrams/colors21.xml"/><Relationship Id="rId35" Type="http://schemas.openxmlformats.org/officeDocument/2006/relationships/diagramColors" Target="../diagrams/colors22.xml"/><Relationship Id="rId8" Type="http://schemas.openxmlformats.org/officeDocument/2006/relationships/diagramLayout" Target="../diagrams/layout1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4.xml"/><Relationship Id="rId13" Type="http://schemas.openxmlformats.org/officeDocument/2006/relationships/diagramLayout" Target="../diagrams/layout25.xml"/><Relationship Id="rId18" Type="http://schemas.openxmlformats.org/officeDocument/2006/relationships/diagramLayout" Target="../diagrams/layout26.xml"/><Relationship Id="rId26" Type="http://schemas.microsoft.com/office/2007/relationships/diagramDrawing" Target="../diagrams/drawing27.xml"/><Relationship Id="rId3" Type="http://schemas.openxmlformats.org/officeDocument/2006/relationships/diagramLayout" Target="../diagrams/layout23.xml"/><Relationship Id="rId21" Type="http://schemas.microsoft.com/office/2007/relationships/diagramDrawing" Target="../diagrams/drawing26.xml"/><Relationship Id="rId7" Type="http://schemas.openxmlformats.org/officeDocument/2006/relationships/diagramData" Target="../diagrams/data24.xml"/><Relationship Id="rId12" Type="http://schemas.openxmlformats.org/officeDocument/2006/relationships/diagramData" Target="../diagrams/data25.xml"/><Relationship Id="rId17" Type="http://schemas.openxmlformats.org/officeDocument/2006/relationships/diagramData" Target="../diagrams/data26.xml"/><Relationship Id="rId25" Type="http://schemas.openxmlformats.org/officeDocument/2006/relationships/diagramColors" Target="../diagrams/colors27.xml"/><Relationship Id="rId2" Type="http://schemas.openxmlformats.org/officeDocument/2006/relationships/diagramData" Target="../diagrams/data23.xml"/><Relationship Id="rId16" Type="http://schemas.microsoft.com/office/2007/relationships/diagramDrawing" Target="../diagrams/drawing25.xml"/><Relationship Id="rId20" Type="http://schemas.openxmlformats.org/officeDocument/2006/relationships/diagramColors" Target="../diagrams/colors2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3.xml"/><Relationship Id="rId11" Type="http://schemas.microsoft.com/office/2007/relationships/diagramDrawing" Target="../diagrams/drawing24.xml"/><Relationship Id="rId24" Type="http://schemas.openxmlformats.org/officeDocument/2006/relationships/diagramQuickStyle" Target="../diagrams/quickStyle27.xml"/><Relationship Id="rId5" Type="http://schemas.openxmlformats.org/officeDocument/2006/relationships/diagramColors" Target="../diagrams/colors23.xml"/><Relationship Id="rId15" Type="http://schemas.openxmlformats.org/officeDocument/2006/relationships/diagramColors" Target="../diagrams/colors25.xml"/><Relationship Id="rId23" Type="http://schemas.openxmlformats.org/officeDocument/2006/relationships/diagramLayout" Target="../diagrams/layout27.xml"/><Relationship Id="rId28" Type="http://schemas.openxmlformats.org/officeDocument/2006/relationships/image" Target="../media/image12.jpg"/><Relationship Id="rId10" Type="http://schemas.openxmlformats.org/officeDocument/2006/relationships/diagramColors" Target="../diagrams/colors24.xml"/><Relationship Id="rId19" Type="http://schemas.openxmlformats.org/officeDocument/2006/relationships/diagramQuickStyle" Target="../diagrams/quickStyle26.xml"/><Relationship Id="rId4" Type="http://schemas.openxmlformats.org/officeDocument/2006/relationships/diagramQuickStyle" Target="../diagrams/quickStyle23.xml"/><Relationship Id="rId9" Type="http://schemas.openxmlformats.org/officeDocument/2006/relationships/diagramQuickStyle" Target="../diagrams/quickStyle24.xml"/><Relationship Id="rId14" Type="http://schemas.openxmlformats.org/officeDocument/2006/relationships/diagramQuickStyle" Target="../diagrams/quickStyle25.xml"/><Relationship Id="rId22" Type="http://schemas.openxmlformats.org/officeDocument/2006/relationships/diagramData" Target="../diagrams/data27.xml"/><Relationship Id="rId27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9.xml"/><Relationship Id="rId3" Type="http://schemas.openxmlformats.org/officeDocument/2006/relationships/diagramLayout" Target="../diagrams/layout28.xml"/><Relationship Id="rId7" Type="http://schemas.openxmlformats.org/officeDocument/2006/relationships/diagramData" Target="../diagrams/data29.xml"/><Relationship Id="rId12" Type="http://schemas.openxmlformats.org/officeDocument/2006/relationships/image" Target="../media/image13.jpg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8.xml"/><Relationship Id="rId11" Type="http://schemas.microsoft.com/office/2007/relationships/diagramDrawing" Target="../diagrams/drawing29.xml"/><Relationship Id="rId5" Type="http://schemas.openxmlformats.org/officeDocument/2006/relationships/diagramColors" Target="../diagrams/colors28.xml"/><Relationship Id="rId10" Type="http://schemas.openxmlformats.org/officeDocument/2006/relationships/diagramColors" Target="../diagrams/colors29.xml"/><Relationship Id="rId4" Type="http://schemas.openxmlformats.org/officeDocument/2006/relationships/diagramQuickStyle" Target="../diagrams/quickStyle28.xml"/><Relationship Id="rId9" Type="http://schemas.openxmlformats.org/officeDocument/2006/relationships/diagramQuickStyle" Target="../diagrams/quickStyle2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1.xml"/><Relationship Id="rId3" Type="http://schemas.openxmlformats.org/officeDocument/2006/relationships/diagramLayout" Target="../diagrams/layout30.xml"/><Relationship Id="rId7" Type="http://schemas.openxmlformats.org/officeDocument/2006/relationships/diagramData" Target="../diagrams/data31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0.xml"/><Relationship Id="rId11" Type="http://schemas.microsoft.com/office/2007/relationships/diagramDrawing" Target="../diagrams/drawing31.xml"/><Relationship Id="rId5" Type="http://schemas.openxmlformats.org/officeDocument/2006/relationships/diagramColors" Target="../diagrams/colors30.xml"/><Relationship Id="rId10" Type="http://schemas.openxmlformats.org/officeDocument/2006/relationships/diagramColors" Target="../diagrams/colors31.xml"/><Relationship Id="rId4" Type="http://schemas.openxmlformats.org/officeDocument/2006/relationships/diagramQuickStyle" Target="../diagrams/quickStyle30.xml"/><Relationship Id="rId9" Type="http://schemas.openxmlformats.org/officeDocument/2006/relationships/diagramQuickStyle" Target="../diagrams/quickStyle3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3.xml"/><Relationship Id="rId3" Type="http://schemas.openxmlformats.org/officeDocument/2006/relationships/diagramLayout" Target="../diagrams/layout32.xml"/><Relationship Id="rId7" Type="http://schemas.openxmlformats.org/officeDocument/2006/relationships/diagramData" Target="../diagrams/data33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2.xml"/><Relationship Id="rId11" Type="http://schemas.microsoft.com/office/2007/relationships/diagramDrawing" Target="../diagrams/drawing33.xml"/><Relationship Id="rId5" Type="http://schemas.openxmlformats.org/officeDocument/2006/relationships/diagramColors" Target="../diagrams/colors32.xml"/><Relationship Id="rId10" Type="http://schemas.openxmlformats.org/officeDocument/2006/relationships/diagramColors" Target="../diagrams/colors33.xml"/><Relationship Id="rId4" Type="http://schemas.openxmlformats.org/officeDocument/2006/relationships/diagramQuickStyle" Target="../diagrams/quickStyle32.xml"/><Relationship Id="rId9" Type="http://schemas.openxmlformats.org/officeDocument/2006/relationships/diagramQuickStyle" Target="../diagrams/quickStyle3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5.xml"/><Relationship Id="rId3" Type="http://schemas.openxmlformats.org/officeDocument/2006/relationships/diagramLayout" Target="../diagrams/layout34.xml"/><Relationship Id="rId7" Type="http://schemas.openxmlformats.org/officeDocument/2006/relationships/diagramData" Target="../diagrams/data35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4.xml"/><Relationship Id="rId11" Type="http://schemas.microsoft.com/office/2007/relationships/diagramDrawing" Target="../diagrams/drawing35.xml"/><Relationship Id="rId5" Type="http://schemas.openxmlformats.org/officeDocument/2006/relationships/diagramColors" Target="../diagrams/colors34.xml"/><Relationship Id="rId10" Type="http://schemas.openxmlformats.org/officeDocument/2006/relationships/diagramColors" Target="../diagrams/colors35.xml"/><Relationship Id="rId4" Type="http://schemas.openxmlformats.org/officeDocument/2006/relationships/diagramQuickStyle" Target="../diagrams/quickStyle34.xml"/><Relationship Id="rId9" Type="http://schemas.openxmlformats.org/officeDocument/2006/relationships/diagramQuickStyle" Target="../diagrams/quickStyle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9683D3-37BC-DC02-487B-D8C21BEB30EC}"/>
              </a:ext>
            </a:extLst>
          </p:cNvPr>
          <p:cNvSpPr txBox="1"/>
          <p:nvPr/>
        </p:nvSpPr>
        <p:spPr>
          <a:xfrm>
            <a:off x="1952389" y="1267846"/>
            <a:ext cx="77478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SUPER STORE SALES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5C3855-E25F-E7C7-2237-9F2D78E4C3DF}"/>
              </a:ext>
            </a:extLst>
          </p:cNvPr>
          <p:cNvSpPr txBox="1"/>
          <p:nvPr/>
        </p:nvSpPr>
        <p:spPr>
          <a:xfrm>
            <a:off x="1247515" y="3312609"/>
            <a:ext cx="9720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Rockwell" panose="02060603020205020403" pitchFamily="18" charset="0"/>
              </a:rPr>
              <a:t>End To End Data Analytics Project/ SQL/EXCEL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DA40EC-76D0-7374-0A35-A4618B42B48F}"/>
              </a:ext>
            </a:extLst>
          </p:cNvPr>
          <p:cNvSpPr txBox="1"/>
          <p:nvPr/>
        </p:nvSpPr>
        <p:spPr>
          <a:xfrm>
            <a:off x="787078" y="5127582"/>
            <a:ext cx="4873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Rockwell" panose="02060603020205020403" pitchFamily="18" charset="0"/>
              </a:rPr>
              <a:t>Name :	Tina Chaudhari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3461F9-4B5D-4895-58E8-CF782A09355A}"/>
              </a:ext>
            </a:extLst>
          </p:cNvPr>
          <p:cNvSpPr txBox="1"/>
          <p:nvPr/>
        </p:nvSpPr>
        <p:spPr>
          <a:xfrm>
            <a:off x="6871630" y="5127582"/>
            <a:ext cx="4247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Rockwell" panose="02060603020205020403" pitchFamily="18" charset="0"/>
              </a:rPr>
              <a:t>Date :	    27/03/2026</a:t>
            </a:r>
          </a:p>
        </p:txBody>
      </p:sp>
    </p:spTree>
    <p:extLst>
      <p:ext uri="{BB962C8B-B14F-4D97-AF65-F5344CB8AC3E}">
        <p14:creationId xmlns:p14="http://schemas.microsoft.com/office/powerpoint/2010/main" val="1577954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DBF8719C-EAE3-77B7-201B-DD901B304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65898" y="239430"/>
            <a:ext cx="3426102" cy="32478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E4DB2F51-211C-FB82-312B-CD08A56EC452}"/>
              </a:ext>
            </a:extLst>
          </p:cNvPr>
          <p:cNvSpPr/>
          <p:nvPr/>
        </p:nvSpPr>
        <p:spPr>
          <a:xfrm>
            <a:off x="1354239" y="266218"/>
            <a:ext cx="7106856" cy="149313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Rockwell" panose="02060603020205020403" pitchFamily="18" charset="0"/>
              </a:rPr>
              <a:t>INTRODUCTION</a:t>
            </a:r>
            <a:endParaRPr lang="en-US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15F743-1970-5DFF-BB8A-4BBF722099F9}"/>
              </a:ext>
            </a:extLst>
          </p:cNvPr>
          <p:cNvSpPr txBox="1"/>
          <p:nvPr/>
        </p:nvSpPr>
        <p:spPr>
          <a:xfrm>
            <a:off x="269112" y="1863331"/>
            <a:ext cx="8079128" cy="46166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Rockwell" panose="02060603020205020403" pitchFamily="18" charset="0"/>
              </a:rPr>
              <a:t>This project analyzes a retail Superstore dataset.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9B224F-7422-3C3C-3C06-C0C405D34325}"/>
              </a:ext>
            </a:extLst>
          </p:cNvPr>
          <p:cNvSpPr txBox="1"/>
          <p:nvPr/>
        </p:nvSpPr>
        <p:spPr>
          <a:xfrm>
            <a:off x="898485" y="2987570"/>
            <a:ext cx="8534882" cy="2792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Rockwell" panose="02060603020205020403" pitchFamily="18" charset="0"/>
              </a:rPr>
              <a:t>- Understand sales and profit trends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Rockwell" panose="02060603020205020403" pitchFamily="18" charset="0"/>
              </a:rPr>
              <a:t>- Identify top-performing segments and categories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Rockwell" panose="02060603020205020403" pitchFamily="18" charset="0"/>
              </a:rPr>
              <a:t>- Analyze impact of discounts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Rockwell" panose="02060603020205020403" pitchFamily="18" charset="0"/>
              </a:rPr>
              <a:t>- Provide business recommendations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Rockwell" panose="02060603020205020403" pitchFamily="18" charset="0"/>
              </a:rPr>
              <a:t>-Dataset includes order-level transactional data.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114ABB-55FD-DB22-1268-99C636CEB486}"/>
              </a:ext>
            </a:extLst>
          </p:cNvPr>
          <p:cNvSpPr txBox="1"/>
          <p:nvPr/>
        </p:nvSpPr>
        <p:spPr>
          <a:xfrm>
            <a:off x="269112" y="2428975"/>
            <a:ext cx="3249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Rockwell" panose="02060603020205020403" pitchFamily="18" charset="0"/>
              </a:rPr>
              <a:t>Objective:</a:t>
            </a:r>
          </a:p>
        </p:txBody>
      </p:sp>
    </p:spTree>
    <p:extLst>
      <p:ext uri="{BB962C8B-B14F-4D97-AF65-F5344CB8AC3E}">
        <p14:creationId xmlns:p14="http://schemas.microsoft.com/office/powerpoint/2010/main" val="3114721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7A756CD-6AF9-0141-6C28-D8D5D152DA52}"/>
              </a:ext>
            </a:extLst>
          </p:cNvPr>
          <p:cNvSpPr txBox="1">
            <a:spLocks/>
          </p:cNvSpPr>
          <p:nvPr/>
        </p:nvSpPr>
        <p:spPr>
          <a:xfrm>
            <a:off x="1642719" y="572165"/>
            <a:ext cx="4607610" cy="70986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Rockwell" panose="020606030202050204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EE99C0F-41EB-1B52-A6D3-246230B71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689" y="100830"/>
            <a:ext cx="2465408" cy="262256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5" name="Scroll: Horizontal 4">
            <a:extLst>
              <a:ext uri="{FF2B5EF4-FFF2-40B4-BE49-F238E27FC236}">
                <a16:creationId xmlns:a16="http://schemas.microsoft.com/office/drawing/2014/main" id="{A9A61B6F-90D5-4EBA-1205-A25F7C7FADD6}"/>
              </a:ext>
            </a:extLst>
          </p:cNvPr>
          <p:cNvSpPr/>
          <p:nvPr/>
        </p:nvSpPr>
        <p:spPr>
          <a:xfrm>
            <a:off x="601883" y="100830"/>
            <a:ext cx="8484244" cy="1577499"/>
          </a:xfrm>
          <a:prstGeom prst="horizontalScroll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Rockwell" panose="02060603020205020403" pitchFamily="18" charset="0"/>
              </a:rPr>
              <a:t>DATASET DETAILS</a:t>
            </a: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C4A7A6ED-4639-81F6-A92C-971D5DDCF4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7155230"/>
              </p:ext>
            </p:extLst>
          </p:nvPr>
        </p:nvGraphicFramePr>
        <p:xfrm>
          <a:off x="1335405" y="3771810"/>
          <a:ext cx="6233160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0" name="Rectangle: Rounded Corners 4">
            <a:extLst>
              <a:ext uri="{FF2B5EF4-FFF2-40B4-BE49-F238E27FC236}">
                <a16:creationId xmlns:a16="http://schemas.microsoft.com/office/drawing/2014/main" id="{30673086-AA48-87FA-389C-425C11701A2D}"/>
              </a:ext>
            </a:extLst>
          </p:cNvPr>
          <p:cNvSpPr txBox="1"/>
          <p:nvPr/>
        </p:nvSpPr>
        <p:spPr>
          <a:xfrm>
            <a:off x="2640040" y="2287751"/>
            <a:ext cx="3263845" cy="61746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0" vert="horz" wrap="square" lIns="34290" tIns="22860" rIns="34290" bIns="2286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b="1" kern="1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Rockwell" panose="02060603020205020403" pitchFamily="18" charset="0"/>
              </a:rPr>
              <a:t>SEGMENT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13491134-4099-A903-247B-5076485E51A8}"/>
              </a:ext>
            </a:extLst>
          </p:cNvPr>
          <p:cNvSpPr/>
          <p:nvPr/>
        </p:nvSpPr>
        <p:spPr>
          <a:xfrm>
            <a:off x="9963149" y="5724525"/>
            <a:ext cx="1759835" cy="657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Continue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9DEC0EF-111A-9DF0-353F-3930848966BF}"/>
              </a:ext>
            </a:extLst>
          </p:cNvPr>
          <p:cNvGrpSpPr/>
          <p:nvPr/>
        </p:nvGrpSpPr>
        <p:grpSpPr>
          <a:xfrm>
            <a:off x="1695450" y="3524250"/>
            <a:ext cx="5200650" cy="383335"/>
            <a:chOff x="1695450" y="3524250"/>
            <a:chExt cx="5200650" cy="383335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53A36D1-36CC-16AA-11E5-2B8519833581}"/>
                </a:ext>
              </a:extLst>
            </p:cNvPr>
            <p:cNvCxnSpPr/>
            <p:nvPr/>
          </p:nvCxnSpPr>
          <p:spPr>
            <a:xfrm>
              <a:off x="1695450" y="3524250"/>
              <a:ext cx="5200650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DAB9AD6-639A-F1D0-862E-E55DEB710D11}"/>
                </a:ext>
              </a:extLst>
            </p:cNvPr>
            <p:cNvCxnSpPr>
              <a:cxnSpLocks/>
            </p:cNvCxnSpPr>
            <p:nvPr/>
          </p:nvCxnSpPr>
          <p:spPr>
            <a:xfrm>
              <a:off x="4347819" y="3524250"/>
              <a:ext cx="0" cy="37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83BDFFC-0B85-BDAD-1C17-9729BD0D6EEA}"/>
                </a:ext>
              </a:extLst>
            </p:cNvPr>
            <p:cNvCxnSpPr>
              <a:cxnSpLocks/>
            </p:cNvCxnSpPr>
            <p:nvPr/>
          </p:nvCxnSpPr>
          <p:spPr>
            <a:xfrm>
              <a:off x="6896100" y="3531438"/>
              <a:ext cx="0" cy="37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E0DA270-25AF-B513-1844-F08C53E635B5}"/>
                </a:ext>
              </a:extLst>
            </p:cNvPr>
            <p:cNvCxnSpPr>
              <a:cxnSpLocks/>
            </p:cNvCxnSpPr>
            <p:nvPr/>
          </p:nvCxnSpPr>
          <p:spPr>
            <a:xfrm>
              <a:off x="1695450" y="3524250"/>
              <a:ext cx="0" cy="37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31" name="Arrow: Down 30">
            <a:extLst>
              <a:ext uri="{FF2B5EF4-FFF2-40B4-BE49-F238E27FC236}">
                <a16:creationId xmlns:a16="http://schemas.microsoft.com/office/drawing/2014/main" id="{C6661B52-A1F3-4519-D033-90A3A30039B2}"/>
              </a:ext>
            </a:extLst>
          </p:cNvPr>
          <p:cNvSpPr/>
          <p:nvPr/>
        </p:nvSpPr>
        <p:spPr>
          <a:xfrm>
            <a:off x="4223385" y="2970785"/>
            <a:ext cx="228600" cy="4702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140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11E1C-29C2-1EE3-2D33-E4E87A1BE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66D31E5-1AAF-27BB-9148-58F85FE8B082}"/>
              </a:ext>
            </a:extLst>
          </p:cNvPr>
          <p:cNvSpPr txBox="1">
            <a:spLocks/>
          </p:cNvSpPr>
          <p:nvPr/>
        </p:nvSpPr>
        <p:spPr>
          <a:xfrm>
            <a:off x="1642719" y="572165"/>
            <a:ext cx="4607610" cy="70986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Rockwell" panose="020606030202050204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2447C1-CA7D-8ACF-97CD-353502974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689" y="100830"/>
            <a:ext cx="2465408" cy="262256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790E4533-3DF3-2F5D-C0C3-1D79163656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4333692"/>
              </p:ext>
            </p:extLst>
          </p:nvPr>
        </p:nvGraphicFramePr>
        <p:xfrm>
          <a:off x="688257" y="1370366"/>
          <a:ext cx="8485237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0" name="Rectangle: Rounded Corners 4">
            <a:extLst>
              <a:ext uri="{FF2B5EF4-FFF2-40B4-BE49-F238E27FC236}">
                <a16:creationId xmlns:a16="http://schemas.microsoft.com/office/drawing/2014/main" id="{43F431B4-A1A6-9EF5-3C94-25EB146A9DF5}"/>
              </a:ext>
            </a:extLst>
          </p:cNvPr>
          <p:cNvSpPr txBox="1"/>
          <p:nvPr/>
        </p:nvSpPr>
        <p:spPr>
          <a:xfrm>
            <a:off x="3106923" y="96161"/>
            <a:ext cx="3263845" cy="688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0" vert="horz" wrap="square" lIns="34290" tIns="22860" rIns="34290" bIns="22860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Rockwell" panose="02060603020205020403" pitchFamily="18" charset="0"/>
              </a:rPr>
              <a:t>CATEGORIES</a:t>
            </a:r>
            <a:endParaRPr lang="en-US" sz="3200" kern="1200" dirty="0">
              <a:latin typeface="Rockwell" panose="02060603020205020403" pitchFamily="18" charset="0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9F6D107-5E70-D4B1-D897-C54DEDEDBE73}"/>
              </a:ext>
            </a:extLst>
          </p:cNvPr>
          <p:cNvSpPr/>
          <p:nvPr/>
        </p:nvSpPr>
        <p:spPr>
          <a:xfrm>
            <a:off x="10266262" y="6200775"/>
            <a:ext cx="1759835" cy="657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Rockwell" panose="02060603020205020403" pitchFamily="18" charset="0"/>
              </a:rPr>
              <a:t>Continue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E699FA6-26F6-851B-E801-D760E86FDC8E}"/>
              </a:ext>
            </a:extLst>
          </p:cNvPr>
          <p:cNvGrpSpPr/>
          <p:nvPr/>
        </p:nvGrpSpPr>
        <p:grpSpPr>
          <a:xfrm>
            <a:off x="2141713" y="971265"/>
            <a:ext cx="5200650" cy="383335"/>
            <a:chOff x="1695450" y="3524250"/>
            <a:chExt cx="5200650" cy="383335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511C024B-BC32-D3D9-BC59-0A9A709472CB}"/>
                </a:ext>
              </a:extLst>
            </p:cNvPr>
            <p:cNvCxnSpPr/>
            <p:nvPr/>
          </p:nvCxnSpPr>
          <p:spPr>
            <a:xfrm>
              <a:off x="1695450" y="3524250"/>
              <a:ext cx="5200650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79F1724-9AD8-E4B4-47B0-9BFE7F154704}"/>
                </a:ext>
              </a:extLst>
            </p:cNvPr>
            <p:cNvCxnSpPr>
              <a:cxnSpLocks/>
            </p:cNvCxnSpPr>
            <p:nvPr/>
          </p:nvCxnSpPr>
          <p:spPr>
            <a:xfrm>
              <a:off x="4347819" y="3524250"/>
              <a:ext cx="0" cy="37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E4F3D44-A3D0-860C-D9EC-15819E7560D6}"/>
                </a:ext>
              </a:extLst>
            </p:cNvPr>
            <p:cNvCxnSpPr>
              <a:cxnSpLocks/>
            </p:cNvCxnSpPr>
            <p:nvPr/>
          </p:nvCxnSpPr>
          <p:spPr>
            <a:xfrm>
              <a:off x="6896100" y="3531438"/>
              <a:ext cx="0" cy="37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681C6EC-00E9-CCB7-DC45-6B0621EA8BE4}"/>
                </a:ext>
              </a:extLst>
            </p:cNvPr>
            <p:cNvCxnSpPr>
              <a:cxnSpLocks/>
            </p:cNvCxnSpPr>
            <p:nvPr/>
          </p:nvCxnSpPr>
          <p:spPr>
            <a:xfrm>
              <a:off x="1695450" y="3524250"/>
              <a:ext cx="0" cy="37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D0392441-3ABE-5455-EDB5-DA51EEA222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4949437"/>
              </p:ext>
            </p:extLst>
          </p:nvPr>
        </p:nvGraphicFramePr>
        <p:xfrm>
          <a:off x="839530" y="2904228"/>
          <a:ext cx="8485237" cy="29825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6" name="Arrow: Down 25">
            <a:extLst>
              <a:ext uri="{FF2B5EF4-FFF2-40B4-BE49-F238E27FC236}">
                <a16:creationId xmlns:a16="http://schemas.microsoft.com/office/drawing/2014/main" id="{B1C38A1D-4F60-B955-67FE-E1855DF347D4}"/>
              </a:ext>
            </a:extLst>
          </p:cNvPr>
          <p:cNvSpPr/>
          <p:nvPr/>
        </p:nvSpPr>
        <p:spPr>
          <a:xfrm>
            <a:off x="7808413" y="2586317"/>
            <a:ext cx="157316" cy="565795"/>
          </a:xfrm>
          <a:prstGeom prst="down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40DC9B68-7BA2-04B8-56BF-104E37A832CB}"/>
              </a:ext>
            </a:extLst>
          </p:cNvPr>
          <p:cNvSpPr/>
          <p:nvPr/>
        </p:nvSpPr>
        <p:spPr>
          <a:xfrm>
            <a:off x="4852217" y="2592106"/>
            <a:ext cx="157316" cy="565795"/>
          </a:xfrm>
          <a:prstGeom prst="down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96EA341D-3010-E004-63C5-B034A8427E4A}"/>
              </a:ext>
            </a:extLst>
          </p:cNvPr>
          <p:cNvSpPr/>
          <p:nvPr/>
        </p:nvSpPr>
        <p:spPr>
          <a:xfrm>
            <a:off x="1855563" y="2605981"/>
            <a:ext cx="157316" cy="565795"/>
          </a:xfrm>
          <a:prstGeom prst="down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657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A6CAB-F0D4-8547-9ABC-D5BD3AEF7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8645589-FD36-C3F5-0E25-EDE7A8BC1F62}"/>
              </a:ext>
            </a:extLst>
          </p:cNvPr>
          <p:cNvSpPr txBox="1">
            <a:spLocks/>
          </p:cNvSpPr>
          <p:nvPr/>
        </p:nvSpPr>
        <p:spPr>
          <a:xfrm>
            <a:off x="1642719" y="572165"/>
            <a:ext cx="4607610" cy="70986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Rockwell" panose="02060603020205020403" pitchFamily="18" charset="0"/>
            </a:endParaRP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38065C84-E293-91B1-E815-DA438D7B32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0245546"/>
              </p:ext>
            </p:extLst>
          </p:nvPr>
        </p:nvGraphicFramePr>
        <p:xfrm>
          <a:off x="747252" y="1449026"/>
          <a:ext cx="8485237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Rectangle: Rounded Corners 4">
            <a:extLst>
              <a:ext uri="{FF2B5EF4-FFF2-40B4-BE49-F238E27FC236}">
                <a16:creationId xmlns:a16="http://schemas.microsoft.com/office/drawing/2014/main" id="{35E12538-A8CE-BE04-5602-06B0CDCA698D}"/>
              </a:ext>
            </a:extLst>
          </p:cNvPr>
          <p:cNvSpPr txBox="1"/>
          <p:nvPr/>
        </p:nvSpPr>
        <p:spPr>
          <a:xfrm>
            <a:off x="3106923" y="96161"/>
            <a:ext cx="3263845" cy="688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0" vert="horz" wrap="square" lIns="34290" tIns="22860" rIns="34290" bIns="22860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Rockwell" panose="02060603020205020403" pitchFamily="18" charset="0"/>
              </a:rPr>
              <a:t>REGIONS</a:t>
            </a:r>
            <a:endParaRPr lang="en-US" sz="3200" kern="1200" dirty="0">
              <a:latin typeface="Rockwell" panose="02060603020205020403" pitchFamily="18" charset="0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B0ACC75-AF74-85FC-0CE9-C020D4C3E15C}"/>
              </a:ext>
            </a:extLst>
          </p:cNvPr>
          <p:cNvSpPr/>
          <p:nvPr/>
        </p:nvSpPr>
        <p:spPr>
          <a:xfrm>
            <a:off x="10266262" y="6200775"/>
            <a:ext cx="1759835" cy="657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Rockwell" panose="02060603020205020403" pitchFamily="18" charset="0"/>
              </a:rPr>
              <a:t>Continue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9BD4A-E65E-16CD-E3F5-1F34C8EB849E}"/>
              </a:ext>
            </a:extLst>
          </p:cNvPr>
          <p:cNvSpPr txBox="1"/>
          <p:nvPr/>
        </p:nvSpPr>
        <p:spPr>
          <a:xfrm>
            <a:off x="3292853" y="3403658"/>
            <a:ext cx="3263845" cy="688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0" vert="horz" wrap="square" lIns="34290" tIns="22860" rIns="34290" bIns="22860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Rockwell" panose="02060603020205020403" pitchFamily="18" charset="0"/>
              </a:rPr>
              <a:t>SHIP MODE</a:t>
            </a:r>
            <a:endParaRPr lang="en-US" sz="3200" kern="1200" dirty="0">
              <a:latin typeface="Rockwell" panose="02060603020205020403" pitchFamily="18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36B7F17-1625-DB69-7F90-AC79581559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6178417"/>
              </p:ext>
            </p:extLst>
          </p:nvPr>
        </p:nvGraphicFramePr>
        <p:xfrm>
          <a:off x="826768" y="4836240"/>
          <a:ext cx="8485237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4E99EAEF-7089-AB8E-3206-D834B59459C6}"/>
              </a:ext>
            </a:extLst>
          </p:cNvPr>
          <p:cNvGrpSpPr/>
          <p:nvPr/>
        </p:nvGrpSpPr>
        <p:grpSpPr>
          <a:xfrm>
            <a:off x="1295486" y="1162780"/>
            <a:ext cx="7231011" cy="418939"/>
            <a:chOff x="1049679" y="1093956"/>
            <a:chExt cx="7231011" cy="418939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BB36DD38-E5A3-413D-2632-B0C3596F4503}"/>
                </a:ext>
              </a:extLst>
            </p:cNvPr>
            <p:cNvCxnSpPr>
              <a:cxnSpLocks/>
            </p:cNvCxnSpPr>
            <p:nvPr/>
          </p:nvCxnSpPr>
          <p:spPr>
            <a:xfrm>
              <a:off x="1049679" y="1093956"/>
              <a:ext cx="7219250" cy="7188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274E94E-2B27-5DC7-6B78-66DEE0931426}"/>
                </a:ext>
              </a:extLst>
            </p:cNvPr>
            <p:cNvCxnSpPr>
              <a:cxnSpLocks/>
            </p:cNvCxnSpPr>
            <p:nvPr/>
          </p:nvCxnSpPr>
          <p:spPr>
            <a:xfrm>
              <a:off x="3702048" y="1093956"/>
              <a:ext cx="0" cy="37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846ECB7-EEC6-A43C-40B8-D193C50BF3C0}"/>
                </a:ext>
              </a:extLst>
            </p:cNvPr>
            <p:cNvCxnSpPr>
              <a:cxnSpLocks/>
            </p:cNvCxnSpPr>
            <p:nvPr/>
          </p:nvCxnSpPr>
          <p:spPr>
            <a:xfrm>
              <a:off x="6250329" y="1101144"/>
              <a:ext cx="0" cy="37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5B818A0-4191-EB45-CDCE-33294909A0C4}"/>
                </a:ext>
              </a:extLst>
            </p:cNvPr>
            <p:cNvCxnSpPr>
              <a:cxnSpLocks/>
            </p:cNvCxnSpPr>
            <p:nvPr/>
          </p:nvCxnSpPr>
          <p:spPr>
            <a:xfrm>
              <a:off x="1049679" y="1093956"/>
              <a:ext cx="0" cy="37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9FCE6E7-21C1-3769-416B-8CD1F88844A7}"/>
                </a:ext>
              </a:extLst>
            </p:cNvPr>
            <p:cNvCxnSpPr>
              <a:cxnSpLocks/>
            </p:cNvCxnSpPr>
            <p:nvPr/>
          </p:nvCxnSpPr>
          <p:spPr>
            <a:xfrm>
              <a:off x="8280690" y="1136748"/>
              <a:ext cx="0" cy="37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61BAE44-F63D-C7AE-D39C-8F079DAC71F5}"/>
              </a:ext>
            </a:extLst>
          </p:cNvPr>
          <p:cNvGrpSpPr/>
          <p:nvPr/>
        </p:nvGrpSpPr>
        <p:grpSpPr>
          <a:xfrm>
            <a:off x="1315151" y="4528446"/>
            <a:ext cx="7231011" cy="418939"/>
            <a:chOff x="1049679" y="1093956"/>
            <a:chExt cx="7231011" cy="418939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157121E-F748-10D2-7082-749849C0B736}"/>
                </a:ext>
              </a:extLst>
            </p:cNvPr>
            <p:cNvCxnSpPr>
              <a:cxnSpLocks/>
            </p:cNvCxnSpPr>
            <p:nvPr/>
          </p:nvCxnSpPr>
          <p:spPr>
            <a:xfrm>
              <a:off x="1049679" y="1093956"/>
              <a:ext cx="7219250" cy="7188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BC221DC-11D8-1A1B-4F78-05AFB19A0676}"/>
                </a:ext>
              </a:extLst>
            </p:cNvPr>
            <p:cNvCxnSpPr>
              <a:cxnSpLocks/>
            </p:cNvCxnSpPr>
            <p:nvPr/>
          </p:nvCxnSpPr>
          <p:spPr>
            <a:xfrm>
              <a:off x="3702048" y="1093956"/>
              <a:ext cx="0" cy="37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3A91608-506E-08EA-8B71-32BC1A760D5C}"/>
                </a:ext>
              </a:extLst>
            </p:cNvPr>
            <p:cNvCxnSpPr>
              <a:cxnSpLocks/>
            </p:cNvCxnSpPr>
            <p:nvPr/>
          </p:nvCxnSpPr>
          <p:spPr>
            <a:xfrm>
              <a:off x="6250329" y="1101144"/>
              <a:ext cx="0" cy="37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C8406CC-203D-2E43-0E08-0D816DB7EED5}"/>
                </a:ext>
              </a:extLst>
            </p:cNvPr>
            <p:cNvCxnSpPr>
              <a:cxnSpLocks/>
            </p:cNvCxnSpPr>
            <p:nvPr/>
          </p:nvCxnSpPr>
          <p:spPr>
            <a:xfrm>
              <a:off x="1049679" y="1093956"/>
              <a:ext cx="0" cy="37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8A581C6-84EC-17C0-68AF-83C769918A0B}"/>
                </a:ext>
              </a:extLst>
            </p:cNvPr>
            <p:cNvCxnSpPr>
              <a:cxnSpLocks/>
            </p:cNvCxnSpPr>
            <p:nvPr/>
          </p:nvCxnSpPr>
          <p:spPr>
            <a:xfrm>
              <a:off x="8280690" y="1136748"/>
              <a:ext cx="0" cy="37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30" name="Arrow: Down 29">
            <a:extLst>
              <a:ext uri="{FF2B5EF4-FFF2-40B4-BE49-F238E27FC236}">
                <a16:creationId xmlns:a16="http://schemas.microsoft.com/office/drawing/2014/main" id="{A1826E26-819F-C002-F6E7-E4254BB46EF6}"/>
              </a:ext>
            </a:extLst>
          </p:cNvPr>
          <p:cNvSpPr/>
          <p:nvPr/>
        </p:nvSpPr>
        <p:spPr>
          <a:xfrm>
            <a:off x="4837471" y="4151313"/>
            <a:ext cx="265470" cy="3473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16C99206-7B67-7FCE-180A-56777FF75550}"/>
              </a:ext>
            </a:extLst>
          </p:cNvPr>
          <p:cNvSpPr/>
          <p:nvPr/>
        </p:nvSpPr>
        <p:spPr>
          <a:xfrm>
            <a:off x="4659305" y="793733"/>
            <a:ext cx="265470" cy="3473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93348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4B90B-7B7B-67F5-B4DE-A3B22BBD4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6677B2-308A-2118-1A95-3677064CD4AA}"/>
              </a:ext>
            </a:extLst>
          </p:cNvPr>
          <p:cNvSpPr txBox="1">
            <a:spLocks/>
          </p:cNvSpPr>
          <p:nvPr/>
        </p:nvSpPr>
        <p:spPr>
          <a:xfrm>
            <a:off x="1642719" y="572165"/>
            <a:ext cx="4607610" cy="70986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Rockwell" panose="02060603020205020403" pitchFamily="18" charset="0"/>
            </a:endParaRP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D4D7511E-4034-B978-A0EC-E8FCB98D24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0570099"/>
              </p:ext>
            </p:extLst>
          </p:nvPr>
        </p:nvGraphicFramePr>
        <p:xfrm>
          <a:off x="747252" y="2265107"/>
          <a:ext cx="8485237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Rectangle: Rounded Corners 4">
            <a:extLst>
              <a:ext uri="{FF2B5EF4-FFF2-40B4-BE49-F238E27FC236}">
                <a16:creationId xmlns:a16="http://schemas.microsoft.com/office/drawing/2014/main" id="{C2DBFA1D-7AEE-FDBB-B182-B92CD25CC852}"/>
              </a:ext>
            </a:extLst>
          </p:cNvPr>
          <p:cNvSpPr txBox="1"/>
          <p:nvPr/>
        </p:nvSpPr>
        <p:spPr>
          <a:xfrm>
            <a:off x="2088744" y="792631"/>
            <a:ext cx="5536782" cy="688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0" vert="horz" wrap="square" lIns="34290" tIns="22860" rIns="34290" bIns="22860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Rockwell" panose="02060603020205020403" pitchFamily="18" charset="0"/>
              </a:rPr>
              <a:t>0THER COLUMNS IN DATASET</a:t>
            </a:r>
            <a:endParaRPr lang="en-US" sz="2800" kern="1200" dirty="0">
              <a:latin typeface="Rockwell" panose="02060603020205020403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8036214-71C6-9C6A-017E-31BB8512138D}"/>
              </a:ext>
            </a:extLst>
          </p:cNvPr>
          <p:cNvGrpSpPr/>
          <p:nvPr/>
        </p:nvGrpSpPr>
        <p:grpSpPr>
          <a:xfrm>
            <a:off x="1295486" y="2018186"/>
            <a:ext cx="7231011" cy="418939"/>
            <a:chOff x="1049679" y="1093956"/>
            <a:chExt cx="7231011" cy="418939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ED015206-9A9A-0BE8-46A6-1B024271BEB1}"/>
                </a:ext>
              </a:extLst>
            </p:cNvPr>
            <p:cNvCxnSpPr>
              <a:cxnSpLocks/>
            </p:cNvCxnSpPr>
            <p:nvPr/>
          </p:nvCxnSpPr>
          <p:spPr>
            <a:xfrm>
              <a:off x="1049679" y="1093956"/>
              <a:ext cx="7219250" cy="7188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10C1670-DF79-3020-5C6D-98B41C52F684}"/>
                </a:ext>
              </a:extLst>
            </p:cNvPr>
            <p:cNvCxnSpPr>
              <a:cxnSpLocks/>
            </p:cNvCxnSpPr>
            <p:nvPr/>
          </p:nvCxnSpPr>
          <p:spPr>
            <a:xfrm>
              <a:off x="3702048" y="1093956"/>
              <a:ext cx="0" cy="37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38A42B9-8718-BF2E-8B5B-2BDCFB761EAF}"/>
                </a:ext>
              </a:extLst>
            </p:cNvPr>
            <p:cNvCxnSpPr>
              <a:cxnSpLocks/>
            </p:cNvCxnSpPr>
            <p:nvPr/>
          </p:nvCxnSpPr>
          <p:spPr>
            <a:xfrm>
              <a:off x="6250329" y="1101144"/>
              <a:ext cx="0" cy="37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8912F0D-3D27-ADF8-95E2-F535DBFD1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49679" y="1093956"/>
              <a:ext cx="0" cy="37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413EC03-1C30-1456-61C7-AE10050CF692}"/>
                </a:ext>
              </a:extLst>
            </p:cNvPr>
            <p:cNvCxnSpPr>
              <a:cxnSpLocks/>
            </p:cNvCxnSpPr>
            <p:nvPr/>
          </p:nvCxnSpPr>
          <p:spPr>
            <a:xfrm>
              <a:off x="8280690" y="1136748"/>
              <a:ext cx="0" cy="37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31" name="Arrow: Down 30">
            <a:extLst>
              <a:ext uri="{FF2B5EF4-FFF2-40B4-BE49-F238E27FC236}">
                <a16:creationId xmlns:a16="http://schemas.microsoft.com/office/drawing/2014/main" id="{73B0BD86-9ACC-7C99-1B4A-3B677B1203AE}"/>
              </a:ext>
            </a:extLst>
          </p:cNvPr>
          <p:cNvSpPr/>
          <p:nvPr/>
        </p:nvSpPr>
        <p:spPr>
          <a:xfrm>
            <a:off x="4724400" y="1604755"/>
            <a:ext cx="265470" cy="3473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E1AB3C-6FF3-292A-FF0A-EA9A601E7E3A}"/>
              </a:ext>
            </a:extLst>
          </p:cNvPr>
          <p:cNvSpPr txBox="1"/>
          <p:nvPr/>
        </p:nvSpPr>
        <p:spPr>
          <a:xfrm>
            <a:off x="1042219" y="5253245"/>
            <a:ext cx="8947354" cy="92333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Rockwell" panose="02060603020205020403" pitchFamily="18" charset="0"/>
              </a:rPr>
              <a:t>Note:-</a:t>
            </a:r>
          </a:p>
          <a:p>
            <a:r>
              <a:rPr lang="en-US" dirty="0">
                <a:solidFill>
                  <a:srgbClr val="FFFF00"/>
                </a:solidFill>
                <a:latin typeface="Rockwell" panose="02060603020205020403" pitchFamily="18" charset="0"/>
              </a:rPr>
              <a:t>	1) Order ID is the unique identifier in data base .</a:t>
            </a:r>
          </a:p>
          <a:p>
            <a:r>
              <a:rPr lang="en-US" dirty="0">
                <a:solidFill>
                  <a:srgbClr val="FFFF00"/>
                </a:solidFill>
                <a:latin typeface="Rockwell" panose="02060603020205020403" pitchFamily="18" charset="0"/>
              </a:rPr>
              <a:t>	2) Country is the “UNITED STATES”.</a:t>
            </a:r>
          </a:p>
        </p:txBody>
      </p:sp>
    </p:spTree>
    <p:extLst>
      <p:ext uri="{BB962C8B-B14F-4D97-AF65-F5344CB8AC3E}">
        <p14:creationId xmlns:p14="http://schemas.microsoft.com/office/powerpoint/2010/main" val="1243850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B8AA9-F4FC-B89F-5C6B-6147936C3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8B3F2DBB-69CA-5213-D230-DB03FF8EA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5C969E0B-5D92-9B54-E94D-1C21D1D27E9B}"/>
              </a:ext>
            </a:extLst>
          </p:cNvPr>
          <p:cNvSpPr/>
          <p:nvPr/>
        </p:nvSpPr>
        <p:spPr>
          <a:xfrm rot="5400000">
            <a:off x="-865775" y="2083903"/>
            <a:ext cx="5574889" cy="2685280"/>
          </a:xfrm>
          <a:prstGeom prst="chevron">
            <a:avLst/>
          </a:prstGeom>
          <a:solidFill>
            <a:srgbClr val="00206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BUSINESS PROBLEM</a:t>
            </a:r>
          </a:p>
          <a:p>
            <a:pPr algn="ctr"/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C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8E78199-C648-E256-0BE8-4AFD4FE6CD52}"/>
              </a:ext>
            </a:extLst>
          </p:cNvPr>
          <p:cNvSpPr/>
          <p:nvPr/>
        </p:nvSpPr>
        <p:spPr>
          <a:xfrm>
            <a:off x="3298724" y="727136"/>
            <a:ext cx="5437239" cy="72009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latin typeface="Rockwell" panose="02060603020205020403" pitchFamily="18" charset="0"/>
              </a:rPr>
              <a:t>Which segment generates highest profit?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FF1B98-8D79-7403-9A01-07910A54E295}"/>
              </a:ext>
            </a:extLst>
          </p:cNvPr>
          <p:cNvSpPr/>
          <p:nvPr/>
        </p:nvSpPr>
        <p:spPr>
          <a:xfrm>
            <a:off x="3298723" y="1821855"/>
            <a:ext cx="5437239" cy="70501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latin typeface="Rockwell" panose="02060603020205020403" pitchFamily="18" charset="0"/>
              </a:rPr>
              <a:t>Which category performs best?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CC10555-7232-EDA7-5F22-013427D28D1E}"/>
              </a:ext>
            </a:extLst>
          </p:cNvPr>
          <p:cNvSpPr/>
          <p:nvPr/>
        </p:nvSpPr>
        <p:spPr>
          <a:xfrm>
            <a:off x="3298722" y="2916574"/>
            <a:ext cx="5437239" cy="70501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latin typeface="Rockwell" panose="02060603020205020403" pitchFamily="18" charset="0"/>
              </a:rPr>
              <a:t>Which region has highest/lowest sales?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D07F2EC-26C6-1B93-5F0D-849B33FAE6D3}"/>
              </a:ext>
            </a:extLst>
          </p:cNvPr>
          <p:cNvSpPr/>
          <p:nvPr/>
        </p:nvSpPr>
        <p:spPr>
          <a:xfrm>
            <a:off x="3298722" y="3978617"/>
            <a:ext cx="5437239" cy="70501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latin typeface="Rockwell" panose="02060603020205020403" pitchFamily="18" charset="0"/>
              </a:rPr>
              <a:t>How discount affects profit?</a:t>
            </a:r>
          </a:p>
        </p:txBody>
      </p:sp>
    </p:spTree>
    <p:extLst>
      <p:ext uri="{BB962C8B-B14F-4D97-AF65-F5344CB8AC3E}">
        <p14:creationId xmlns:p14="http://schemas.microsoft.com/office/powerpoint/2010/main" val="3076455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BADF3-CFD6-92D5-7A22-6D71185DB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B5F709-E867-4A8E-EF20-5C5D293759E1}"/>
              </a:ext>
            </a:extLst>
          </p:cNvPr>
          <p:cNvSpPr txBox="1">
            <a:spLocks/>
          </p:cNvSpPr>
          <p:nvPr/>
        </p:nvSpPr>
        <p:spPr>
          <a:xfrm>
            <a:off x="1642719" y="572165"/>
            <a:ext cx="4607610" cy="70986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Rockwell" panose="020606030202050204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0F05B4-427A-BFF4-754D-8B4D80C3D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526297" cy="7182464"/>
          </a:xfrm>
          <a:prstGeom prst="rect">
            <a:avLst/>
          </a:prstGeom>
        </p:spPr>
      </p:pic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415CB010-9778-16CB-6EA4-5CCCC20D99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5360950"/>
              </p:ext>
            </p:extLst>
          </p:nvPr>
        </p:nvGraphicFramePr>
        <p:xfrm>
          <a:off x="1730478" y="-383461"/>
          <a:ext cx="7475794" cy="4995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Scroll: Vertical 13">
            <a:extLst>
              <a:ext uri="{FF2B5EF4-FFF2-40B4-BE49-F238E27FC236}">
                <a16:creationId xmlns:a16="http://schemas.microsoft.com/office/drawing/2014/main" id="{4C276854-C385-F3DB-5824-F0FE380F9E13}"/>
              </a:ext>
            </a:extLst>
          </p:cNvPr>
          <p:cNvSpPr/>
          <p:nvPr/>
        </p:nvSpPr>
        <p:spPr>
          <a:xfrm>
            <a:off x="103236" y="88491"/>
            <a:ext cx="2703871" cy="2743200"/>
          </a:xfrm>
          <a:prstGeom prst="vertic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  <a:latin typeface="Rockwell" panose="02060603020205020403" pitchFamily="18" charset="0"/>
              </a:rPr>
              <a:t>KEY PERFORMANCE INDICATORS (KPIS)</a:t>
            </a:r>
          </a:p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DA5124BE-462D-3C51-5333-EF72ABDE00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5858"/>
              </p:ext>
            </p:extLst>
          </p:nvPr>
        </p:nvGraphicFramePr>
        <p:xfrm>
          <a:off x="7933775" y="4209844"/>
          <a:ext cx="4061579" cy="2063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81427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659787-A5CC-C398-1684-D0D4B1E55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5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60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A1C7A-B383-1357-1FBB-955C650DC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A355963-755E-F5E8-4DCD-FEE9678B1143}"/>
              </a:ext>
            </a:extLst>
          </p:cNvPr>
          <p:cNvSpPr txBox="1">
            <a:spLocks/>
          </p:cNvSpPr>
          <p:nvPr/>
        </p:nvSpPr>
        <p:spPr>
          <a:xfrm>
            <a:off x="1642719" y="572165"/>
            <a:ext cx="4607610" cy="70986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Rockwell" panose="02060603020205020403" pitchFamily="18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BF3A4EA-0DD4-F8E9-1645-038BB2D91F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7182048"/>
              </p:ext>
            </p:extLst>
          </p:nvPr>
        </p:nvGraphicFramePr>
        <p:xfrm>
          <a:off x="2576782" y="245998"/>
          <a:ext cx="6370573" cy="707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AB904F4-8DFF-ECAC-CC1D-6C123EC5DD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9924228"/>
              </p:ext>
            </p:extLst>
          </p:nvPr>
        </p:nvGraphicFramePr>
        <p:xfrm>
          <a:off x="998338" y="1220445"/>
          <a:ext cx="2723536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80E15F1-7F55-D098-5EEA-4FB18B308B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4775732"/>
              </p:ext>
            </p:extLst>
          </p:nvPr>
        </p:nvGraphicFramePr>
        <p:xfrm>
          <a:off x="4972846" y="1244403"/>
          <a:ext cx="2723536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0BCB666-F04F-C293-C49D-300D75A849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862813"/>
              </p:ext>
            </p:extLst>
          </p:nvPr>
        </p:nvGraphicFramePr>
        <p:xfrm>
          <a:off x="8947355" y="1206682"/>
          <a:ext cx="2723536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B60624DD-403F-9BA5-AA6D-7DB7C0A1C967}"/>
              </a:ext>
            </a:extLst>
          </p:cNvPr>
          <p:cNvSpPr txBox="1"/>
          <p:nvPr/>
        </p:nvSpPr>
        <p:spPr>
          <a:xfrm>
            <a:off x="607347" y="1804780"/>
            <a:ext cx="3319513" cy="33855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Rockwell" panose="02060603020205020403" pitchFamily="18" charset="0"/>
              </a:rPr>
              <a:t>Highest Sales and Profit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68588E-7C6E-9AE6-5807-946C7D75FDBF}"/>
              </a:ext>
            </a:extLst>
          </p:cNvPr>
          <p:cNvSpPr txBox="1"/>
          <p:nvPr/>
        </p:nvSpPr>
        <p:spPr>
          <a:xfrm>
            <a:off x="4723274" y="1789391"/>
            <a:ext cx="3319513" cy="36933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Rockwell" panose="02060603020205020403" pitchFamily="18" charset="0"/>
              </a:rPr>
              <a:t>Moderate Performance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8681088-3C6A-BB05-904C-1C811533F09A}"/>
              </a:ext>
            </a:extLst>
          </p:cNvPr>
          <p:cNvSpPr txBox="1"/>
          <p:nvPr/>
        </p:nvSpPr>
        <p:spPr>
          <a:xfrm>
            <a:off x="8839201" y="1735956"/>
            <a:ext cx="2900516" cy="36933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>
                <a:latin typeface="Rockwell" panose="02060603020205020403" pitchFamily="18" charset="0"/>
              </a:rPr>
              <a:t>Lowest Sales and Profit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F3ECFA1-F2C9-8551-4CA8-FCEC49E470BF}"/>
              </a:ext>
            </a:extLst>
          </p:cNvPr>
          <p:cNvGrpSpPr/>
          <p:nvPr/>
        </p:nvGrpSpPr>
        <p:grpSpPr>
          <a:xfrm>
            <a:off x="2674818" y="3974515"/>
            <a:ext cx="6635965" cy="702000"/>
            <a:chOff x="-265393" y="2942"/>
            <a:chExt cx="6635965" cy="70200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89EEAB9-D926-70C4-8E58-C96DA548BD7E}"/>
                </a:ext>
              </a:extLst>
            </p:cNvPr>
            <p:cNvSpPr/>
            <p:nvPr/>
          </p:nvSpPr>
          <p:spPr>
            <a:xfrm>
              <a:off x="0" y="2942"/>
              <a:ext cx="6370572" cy="702000"/>
            </a:xfrm>
            <a:prstGeom prst="roundRect">
              <a:avLst/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947C8041-E038-7054-4817-F4EDC2396376}"/>
                </a:ext>
              </a:extLst>
            </p:cNvPr>
            <p:cNvSpPr txBox="1"/>
            <p:nvPr/>
          </p:nvSpPr>
          <p:spPr>
            <a:xfrm>
              <a:off x="-265393" y="40988"/>
              <a:ext cx="6302034" cy="6334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000" b="1" dirty="0">
                  <a:latin typeface="Rockwell" panose="02060603020205020403" pitchFamily="18" charset="0"/>
                </a:rPr>
                <a:t>CATEGORY </a:t>
              </a:r>
              <a:r>
                <a:rPr lang="en-US" sz="3000" b="1" kern="1200" dirty="0">
                  <a:latin typeface="Rockwell" panose="02060603020205020403" pitchFamily="18" charset="0"/>
                </a:rPr>
                <a:t>ANALYSIS</a:t>
              </a:r>
            </a:p>
          </p:txBody>
        </p:sp>
      </p:grp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D3D4ECAA-53C9-C9E5-D4B7-1F96B6E04E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5938004"/>
              </p:ext>
            </p:extLst>
          </p:nvPr>
        </p:nvGraphicFramePr>
        <p:xfrm>
          <a:off x="1042583" y="5164035"/>
          <a:ext cx="2561304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C74E1452-8875-D276-F79A-8F8C7D6C6B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3436918"/>
              </p:ext>
            </p:extLst>
          </p:nvPr>
        </p:nvGraphicFramePr>
        <p:xfrm>
          <a:off x="5272731" y="5187993"/>
          <a:ext cx="2561304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048317FB-350D-B1D8-2EEF-F7842865D7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7282444"/>
              </p:ext>
            </p:extLst>
          </p:nvPr>
        </p:nvGraphicFramePr>
        <p:xfrm>
          <a:off x="9089924" y="5150272"/>
          <a:ext cx="2561304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2" r:lo="rId33" r:qs="rId34" r:cs="rId35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005DE70-77E6-7BFF-13DE-4474DEB4C529}"/>
              </a:ext>
            </a:extLst>
          </p:cNvPr>
          <p:cNvSpPr txBox="1"/>
          <p:nvPr/>
        </p:nvSpPr>
        <p:spPr>
          <a:xfrm>
            <a:off x="671256" y="5709041"/>
            <a:ext cx="3319513" cy="33855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Rockwell" panose="02060603020205020403" pitchFamily="18" charset="0"/>
              </a:rPr>
              <a:t>Highest Sales and Profit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D6AF28-C0A6-803D-5A2E-D0EB3BEB060C}"/>
              </a:ext>
            </a:extLst>
          </p:cNvPr>
          <p:cNvSpPr txBox="1"/>
          <p:nvPr/>
        </p:nvSpPr>
        <p:spPr>
          <a:xfrm>
            <a:off x="4787183" y="5693652"/>
            <a:ext cx="3319513" cy="36933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Rockwell" panose="02060603020205020403" pitchFamily="18" charset="0"/>
              </a:rPr>
              <a:t>Moderate Performance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B13D1C-AAD7-0BB8-A451-B0B772D59F46}"/>
              </a:ext>
            </a:extLst>
          </p:cNvPr>
          <p:cNvSpPr txBox="1"/>
          <p:nvPr/>
        </p:nvSpPr>
        <p:spPr>
          <a:xfrm>
            <a:off x="8903110" y="5640217"/>
            <a:ext cx="2900516" cy="36933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Rockwell" panose="02060603020205020403" pitchFamily="18" charset="0"/>
              </a:rPr>
              <a:t>Lowest Profit</a:t>
            </a:r>
          </a:p>
        </p:txBody>
      </p:sp>
    </p:spTree>
    <p:extLst>
      <p:ext uri="{BB962C8B-B14F-4D97-AF65-F5344CB8AC3E}">
        <p14:creationId xmlns:p14="http://schemas.microsoft.com/office/powerpoint/2010/main" val="2155159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2BB7B-15B2-031C-1564-B454DE7F5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1744240-7F74-D97A-7E7E-B5341E3EE4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7249396"/>
              </p:ext>
            </p:extLst>
          </p:nvPr>
        </p:nvGraphicFramePr>
        <p:xfrm>
          <a:off x="2576782" y="245998"/>
          <a:ext cx="6370573" cy="707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88D451F-B260-DC2A-6ABB-38E7FEE3A6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8220594"/>
              </p:ext>
            </p:extLst>
          </p:nvPr>
        </p:nvGraphicFramePr>
        <p:xfrm>
          <a:off x="998338" y="1584239"/>
          <a:ext cx="2723536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2F86F96-A41B-B067-38B3-C6D750D0FB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2413686"/>
              </p:ext>
            </p:extLst>
          </p:nvPr>
        </p:nvGraphicFramePr>
        <p:xfrm>
          <a:off x="4972846" y="1608197"/>
          <a:ext cx="2723536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65AD65D-4D30-9D30-BBCB-8ABE721832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0603911"/>
              </p:ext>
            </p:extLst>
          </p:nvPr>
        </p:nvGraphicFramePr>
        <p:xfrm>
          <a:off x="8947355" y="1570476"/>
          <a:ext cx="2723536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661B2CAE-E4EF-90EA-8885-0F73B0F15436}"/>
              </a:ext>
            </a:extLst>
          </p:cNvPr>
          <p:cNvSpPr txBox="1"/>
          <p:nvPr/>
        </p:nvSpPr>
        <p:spPr>
          <a:xfrm>
            <a:off x="627011" y="2286558"/>
            <a:ext cx="3319513" cy="33855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Rockwell" panose="02060603020205020403" pitchFamily="18" charset="0"/>
              </a:rPr>
              <a:t>Highest Sales (31%.58%)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14C936-905F-DF17-DF53-0142D91D8336}"/>
              </a:ext>
            </a:extLst>
          </p:cNvPr>
          <p:cNvSpPr txBox="1"/>
          <p:nvPr/>
        </p:nvSpPr>
        <p:spPr>
          <a:xfrm>
            <a:off x="4742938" y="2271169"/>
            <a:ext cx="3319513" cy="36933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Rockwell" panose="02060603020205020403" pitchFamily="18" charset="0"/>
              </a:rPr>
              <a:t>Second Highest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F1BEB1-ECE5-C5AD-D06B-7F993925BFE1}"/>
              </a:ext>
            </a:extLst>
          </p:cNvPr>
          <p:cNvSpPr txBox="1"/>
          <p:nvPr/>
        </p:nvSpPr>
        <p:spPr>
          <a:xfrm>
            <a:off x="8858865" y="2217734"/>
            <a:ext cx="2900516" cy="36933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Rockwell" panose="02060603020205020403" pitchFamily="18" charset="0"/>
              </a:rPr>
              <a:t>Lower Performance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97DF76-6F07-3FB4-B53A-3C5D36AB2CEC}"/>
              </a:ext>
            </a:extLst>
          </p:cNvPr>
          <p:cNvGrpSpPr/>
          <p:nvPr/>
        </p:nvGrpSpPr>
        <p:grpSpPr>
          <a:xfrm>
            <a:off x="2940211" y="3325592"/>
            <a:ext cx="6370572" cy="702000"/>
            <a:chOff x="0" y="2942"/>
            <a:chExt cx="6370572" cy="70200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1641B5A-AC04-D3CA-24B9-89DEB439C977}"/>
                </a:ext>
              </a:extLst>
            </p:cNvPr>
            <p:cNvSpPr/>
            <p:nvPr/>
          </p:nvSpPr>
          <p:spPr>
            <a:xfrm>
              <a:off x="0" y="2942"/>
              <a:ext cx="6370572" cy="702000"/>
            </a:xfrm>
            <a:prstGeom prst="roundRect">
              <a:avLst/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D79FDFCF-B6D3-A4B6-3DC7-1E276547B914}"/>
                </a:ext>
              </a:extLst>
            </p:cNvPr>
            <p:cNvSpPr txBox="1"/>
            <p:nvPr/>
          </p:nvSpPr>
          <p:spPr>
            <a:xfrm>
              <a:off x="49240" y="40989"/>
              <a:ext cx="6302034" cy="6334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000" b="1" dirty="0">
                  <a:latin typeface="Rockwell" panose="02060603020205020403" pitchFamily="18" charset="0"/>
                </a:rPr>
                <a:t>DISCOUNT </a:t>
              </a:r>
              <a:r>
                <a:rPr lang="en-US" sz="3000" b="1" kern="1200" dirty="0">
                  <a:latin typeface="Rockwell" panose="02060603020205020403" pitchFamily="18" charset="0"/>
                </a:rPr>
                <a:t>ANALYSIS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83DE669-C81C-F65A-34F2-E1C89D501907}"/>
              </a:ext>
            </a:extLst>
          </p:cNvPr>
          <p:cNvSpPr txBox="1"/>
          <p:nvPr/>
        </p:nvSpPr>
        <p:spPr>
          <a:xfrm>
            <a:off x="4011561" y="5249803"/>
            <a:ext cx="4611329" cy="64633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Rockwell" panose="02060603020205020403" pitchFamily="18" charset="0"/>
              </a:rPr>
              <a:t>High Discounts Reduce Profit Significantly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185AE9-6204-F3D9-D4C4-6933AC96CF62}"/>
              </a:ext>
            </a:extLst>
          </p:cNvPr>
          <p:cNvSpPr txBox="1"/>
          <p:nvPr/>
        </p:nvSpPr>
        <p:spPr>
          <a:xfrm>
            <a:off x="3048000" y="32369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High discounts reduce profit significantly</a:t>
            </a: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E9ABC660-DF42-3FAA-EE14-43E6CAF31B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6726208"/>
              </p:ext>
            </p:extLst>
          </p:nvPr>
        </p:nvGraphicFramePr>
        <p:xfrm>
          <a:off x="983591" y="4357792"/>
          <a:ext cx="2860823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7A88DCAE-E0B9-2E4D-3AEF-B8FBDCA838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6472538"/>
              </p:ext>
            </p:extLst>
          </p:nvPr>
        </p:nvGraphicFramePr>
        <p:xfrm>
          <a:off x="4771284" y="4382292"/>
          <a:ext cx="3124020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59370959-6C16-E737-6AE6-42E6D78041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5592329"/>
              </p:ext>
            </p:extLst>
          </p:nvPr>
        </p:nvGraphicFramePr>
        <p:xfrm>
          <a:off x="8780207" y="4344029"/>
          <a:ext cx="3124019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2" r:lo="rId33" r:qs="rId34" r:cs="rId35"/>
          </a:graphicData>
        </a:graphic>
      </p:graphicFrame>
    </p:spTree>
    <p:extLst>
      <p:ext uri="{BB962C8B-B14F-4D97-AF65-F5344CB8AC3E}">
        <p14:creationId xmlns:p14="http://schemas.microsoft.com/office/powerpoint/2010/main" val="3590518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71504-034E-C2F1-4554-C081B0C73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8C5C831-C059-6C0B-E12B-E9CE21EEFD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9584204"/>
              </p:ext>
            </p:extLst>
          </p:nvPr>
        </p:nvGraphicFramePr>
        <p:xfrm>
          <a:off x="2576782" y="245998"/>
          <a:ext cx="6370573" cy="707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A2F45A4-F6E4-9570-BB69-7D7EC9F600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3596921"/>
              </p:ext>
            </p:extLst>
          </p:nvPr>
        </p:nvGraphicFramePr>
        <p:xfrm>
          <a:off x="1686232" y="1463605"/>
          <a:ext cx="2723536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71428B4-9AAA-72C2-929A-9EF0DB1521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3325655"/>
              </p:ext>
            </p:extLst>
          </p:nvPr>
        </p:nvGraphicFramePr>
        <p:xfrm>
          <a:off x="6919632" y="1463605"/>
          <a:ext cx="2723536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258EFD8C-A603-F2DA-614A-06C35C5A889A}"/>
              </a:ext>
            </a:extLst>
          </p:cNvPr>
          <p:cNvSpPr txBox="1"/>
          <p:nvPr/>
        </p:nvSpPr>
        <p:spPr>
          <a:xfrm>
            <a:off x="1388243" y="1968217"/>
            <a:ext cx="3319513" cy="33855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Rockwell" panose="02060603020205020403" pitchFamily="18" charset="0"/>
              </a:rPr>
              <a:t>Highest Margin (~17%)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97BF95-C51E-51E0-4D43-B2F9B069550A}"/>
              </a:ext>
            </a:extLst>
          </p:cNvPr>
          <p:cNvSpPr txBox="1"/>
          <p:nvPr/>
        </p:nvSpPr>
        <p:spPr>
          <a:xfrm>
            <a:off x="6621643" y="1965370"/>
            <a:ext cx="3319513" cy="36933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Rockwell" panose="02060603020205020403" pitchFamily="18" charset="0"/>
              </a:rPr>
              <a:t>Second Highest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D9ABED-96A4-27DC-A228-B1E58AD93F6E}"/>
              </a:ext>
            </a:extLst>
          </p:cNvPr>
          <p:cNvSpPr txBox="1"/>
          <p:nvPr/>
        </p:nvSpPr>
        <p:spPr>
          <a:xfrm>
            <a:off x="3603746" y="2823384"/>
            <a:ext cx="4611329" cy="64633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Rockwell" panose="02060603020205020403" pitchFamily="18" charset="0"/>
              </a:rPr>
              <a:t>Indicates Inefficiency in Furniture Category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2459A2B-625C-4EE0-AC06-C34F9D6FFDB0}"/>
              </a:ext>
            </a:extLst>
          </p:cNvPr>
          <p:cNvGrpSpPr/>
          <p:nvPr/>
        </p:nvGrpSpPr>
        <p:grpSpPr>
          <a:xfrm>
            <a:off x="2900882" y="3702111"/>
            <a:ext cx="6370572" cy="692640"/>
            <a:chOff x="0" y="7622"/>
            <a:chExt cx="6370572" cy="69264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60FB9C8-EA52-BB3F-B2DD-199F49A28FFA}"/>
                </a:ext>
              </a:extLst>
            </p:cNvPr>
            <p:cNvSpPr/>
            <p:nvPr/>
          </p:nvSpPr>
          <p:spPr>
            <a:xfrm>
              <a:off x="0" y="7622"/>
              <a:ext cx="6370572" cy="692640"/>
            </a:xfrm>
            <a:prstGeom prst="roundRect">
              <a:avLst/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1D603459-8FE2-047D-0D72-5F9630B2960B}"/>
                </a:ext>
              </a:extLst>
            </p:cNvPr>
            <p:cNvSpPr txBox="1"/>
            <p:nvPr/>
          </p:nvSpPr>
          <p:spPr>
            <a:xfrm>
              <a:off x="33812" y="70930"/>
              <a:ext cx="6302948" cy="6250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dirty="0">
                  <a:latin typeface="Rockwell" panose="02060603020205020403" pitchFamily="18" charset="0"/>
                </a:rPr>
                <a:t>TOP PERFORMING LOCATIONS</a:t>
              </a:r>
              <a:endParaRPr lang="en-US" sz="2800" b="1" kern="1200" dirty="0">
                <a:solidFill>
                  <a:srgbClr val="0E5580">
                    <a:hueOff val="0"/>
                    <a:satOff val="0"/>
                    <a:lumOff val="0"/>
                    <a:alphaOff val="0"/>
                  </a:srgbClr>
                </a:solidFill>
                <a:latin typeface="Rockwell" panose="02060603020205020403" pitchFamily="18" charset="0"/>
              </a:endParaRPr>
            </a:p>
          </p:txBody>
        </p:sp>
      </p:grp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25337C21-069C-CFDD-1A71-3CB9FFC429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3714916"/>
              </p:ext>
            </p:extLst>
          </p:nvPr>
        </p:nvGraphicFramePr>
        <p:xfrm>
          <a:off x="1759976" y="4742666"/>
          <a:ext cx="2723536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100BBC46-57D5-88BA-2BDF-F6B1E9A4EC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774151"/>
              </p:ext>
            </p:extLst>
          </p:nvPr>
        </p:nvGraphicFramePr>
        <p:xfrm>
          <a:off x="6993376" y="4742666"/>
          <a:ext cx="2723536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D8B88CD-A2D0-BB30-49C1-05B1F0D38B29}"/>
              </a:ext>
            </a:extLst>
          </p:cNvPr>
          <p:cNvSpPr txBox="1"/>
          <p:nvPr/>
        </p:nvSpPr>
        <p:spPr>
          <a:xfrm>
            <a:off x="1461987" y="5247278"/>
            <a:ext cx="3319513" cy="33855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Rockwell" panose="02060603020205020403" pitchFamily="18" charset="0"/>
              </a:rPr>
              <a:t>New York City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5472D6-E60C-2415-DDB9-5C5C73EF96F9}"/>
              </a:ext>
            </a:extLst>
          </p:cNvPr>
          <p:cNvSpPr txBox="1"/>
          <p:nvPr/>
        </p:nvSpPr>
        <p:spPr>
          <a:xfrm>
            <a:off x="6695387" y="5244431"/>
            <a:ext cx="3319513" cy="33855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Rockwell" panose="02060603020205020403" pitchFamily="18" charset="0"/>
              </a:rPr>
              <a:t>California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D0560A-E3CD-953F-DEE8-EB1BB01699D6}"/>
              </a:ext>
            </a:extLst>
          </p:cNvPr>
          <p:cNvSpPr txBox="1"/>
          <p:nvPr/>
        </p:nvSpPr>
        <p:spPr>
          <a:xfrm>
            <a:off x="3746314" y="5846812"/>
            <a:ext cx="4611329" cy="64633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Rockwell" panose="02060603020205020403" pitchFamily="18" charset="0"/>
              </a:rPr>
              <a:t>These Locations Generate Highest Revenue And Profit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E4EAD07-5F0F-8CC5-6AFF-DE0EAD26E31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942" y="0"/>
            <a:ext cx="2222090" cy="18637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8BBEDC1-15B9-D415-DE7C-AF55775BF8C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962" y="4660490"/>
            <a:ext cx="2083444" cy="212376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70140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B91A1-394C-F87D-259B-DB47B5A59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4CC43CB-D278-C87C-B9BD-77CB9A5ACF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8942560"/>
              </p:ext>
            </p:extLst>
          </p:nvPr>
        </p:nvGraphicFramePr>
        <p:xfrm>
          <a:off x="3584460" y="509986"/>
          <a:ext cx="4266469" cy="707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B319B58-CFB8-8642-3E88-5D34283836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0473234"/>
              </p:ext>
            </p:extLst>
          </p:nvPr>
        </p:nvGraphicFramePr>
        <p:xfrm>
          <a:off x="2753508" y="1658855"/>
          <a:ext cx="5928374" cy="40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731DF43-671A-A0CC-433F-4364C81B4148}"/>
              </a:ext>
            </a:extLst>
          </p:cNvPr>
          <p:cNvSpPr txBox="1"/>
          <p:nvPr/>
        </p:nvSpPr>
        <p:spPr>
          <a:xfrm>
            <a:off x="83797" y="2200292"/>
            <a:ext cx="2079300" cy="5232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b="1" dirty="0">
                <a:latin typeface="Rockwell" panose="02060603020205020403" pitchFamily="18" charset="0"/>
              </a:rPr>
              <a:t>Reasons:-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3AF99-E9EA-44DD-DA75-7DC66AA3ED23}"/>
              </a:ext>
            </a:extLst>
          </p:cNvPr>
          <p:cNvSpPr txBox="1"/>
          <p:nvPr/>
        </p:nvSpPr>
        <p:spPr>
          <a:xfrm>
            <a:off x="1485878" y="2824640"/>
            <a:ext cx="3882535" cy="2195537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>
                <a:latin typeface="Rockwell" panose="02060603020205020403" pitchFamily="18" charset="0"/>
              </a:rPr>
              <a:t>-High Discount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latin typeface="Rockwell" panose="02060603020205020403" pitchFamily="18" charset="0"/>
              </a:rPr>
              <a:t>-Low Demand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latin typeface="Rockwell" panose="02060603020205020403" pitchFamily="18" charset="0"/>
              </a:rPr>
              <a:t>-Poor Pricing Strategy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11D83F-8471-B4D9-B2C2-803A9196903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469"/>
          <a:stretch>
            <a:fillRect/>
          </a:stretch>
        </p:blipFill>
        <p:spPr>
          <a:xfrm>
            <a:off x="7148049" y="2499948"/>
            <a:ext cx="5024284" cy="435782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7089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774FCAA-09B0-2737-23BD-E78CC06964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2592604"/>
              </p:ext>
            </p:extLst>
          </p:nvPr>
        </p:nvGraphicFramePr>
        <p:xfrm>
          <a:off x="2074607" y="1511087"/>
          <a:ext cx="7767484" cy="3835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0E651C9-E7E2-EFC8-2CCA-DFB9B18ACC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6412261"/>
              </p:ext>
            </p:extLst>
          </p:nvPr>
        </p:nvGraphicFramePr>
        <p:xfrm>
          <a:off x="2674373" y="418774"/>
          <a:ext cx="5663382" cy="735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56D96A84-E4CB-383F-696D-E5783C9F3D8C}"/>
              </a:ext>
            </a:extLst>
          </p:cNvPr>
          <p:cNvGrpSpPr/>
          <p:nvPr/>
        </p:nvGrpSpPr>
        <p:grpSpPr>
          <a:xfrm>
            <a:off x="3490817" y="418774"/>
            <a:ext cx="4266469" cy="692640"/>
            <a:chOff x="0" y="15245"/>
            <a:chExt cx="4266469" cy="69264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5A32308-0296-9E6A-6228-FF07E275F047}"/>
                </a:ext>
              </a:extLst>
            </p:cNvPr>
            <p:cNvSpPr/>
            <p:nvPr/>
          </p:nvSpPr>
          <p:spPr>
            <a:xfrm>
              <a:off x="0" y="15245"/>
              <a:ext cx="4266469" cy="692640"/>
            </a:xfrm>
            <a:prstGeom prst="roundRect">
              <a:avLst/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A1E65397-E49B-C4C1-FE3F-DEF2894B27D6}"/>
                </a:ext>
              </a:extLst>
            </p:cNvPr>
            <p:cNvSpPr txBox="1"/>
            <p:nvPr/>
          </p:nvSpPr>
          <p:spPr>
            <a:xfrm>
              <a:off x="33812" y="49057"/>
              <a:ext cx="4198845" cy="6250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dirty="0">
                  <a:solidFill>
                    <a:srgbClr val="0E5580">
                      <a:hueOff val="0"/>
                      <a:satOff val="0"/>
                      <a:lumOff val="0"/>
                      <a:alphaOff val="0"/>
                    </a:srgbClr>
                  </a:solidFill>
                  <a:latin typeface="Rockwell" panose="02060603020205020403" pitchFamily="18" charset="0"/>
                  <a:ea typeface="+mn-ea"/>
                  <a:cs typeface="+mn-cs"/>
                </a:rPr>
                <a:t>KEY INSIGHTS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7714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0E347-C43B-CD76-0175-68CC6BEE1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AC0EB08-4A9B-EA65-6000-4BC7C2BA79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9309299"/>
              </p:ext>
            </p:extLst>
          </p:nvPr>
        </p:nvGraphicFramePr>
        <p:xfrm>
          <a:off x="865240" y="1511087"/>
          <a:ext cx="9035844" cy="3835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45601308-8A95-35D7-6024-5B0D70DD0573}"/>
              </a:ext>
            </a:extLst>
          </p:cNvPr>
          <p:cNvGraphicFramePr/>
          <p:nvPr/>
        </p:nvGraphicFramePr>
        <p:xfrm>
          <a:off x="2674373" y="418774"/>
          <a:ext cx="5663382" cy="735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9FE09C45-3321-7F1A-A766-FE546C0671DF}"/>
              </a:ext>
            </a:extLst>
          </p:cNvPr>
          <p:cNvGrpSpPr/>
          <p:nvPr/>
        </p:nvGrpSpPr>
        <p:grpSpPr>
          <a:xfrm>
            <a:off x="3490817" y="418774"/>
            <a:ext cx="4846938" cy="692640"/>
            <a:chOff x="0" y="15245"/>
            <a:chExt cx="4266469" cy="69264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DD43885-8B9E-3B9E-0BE6-ABBC0AAEF08B}"/>
                </a:ext>
              </a:extLst>
            </p:cNvPr>
            <p:cNvSpPr/>
            <p:nvPr/>
          </p:nvSpPr>
          <p:spPr>
            <a:xfrm>
              <a:off x="0" y="15245"/>
              <a:ext cx="4266469" cy="692640"/>
            </a:xfrm>
            <a:prstGeom prst="roundRect">
              <a:avLst/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5B01B078-F39B-ABCF-EFEE-6B5405480A20}"/>
                </a:ext>
              </a:extLst>
            </p:cNvPr>
            <p:cNvSpPr txBox="1"/>
            <p:nvPr/>
          </p:nvSpPr>
          <p:spPr>
            <a:xfrm>
              <a:off x="33812" y="49057"/>
              <a:ext cx="4198845" cy="6250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dirty="0">
                  <a:latin typeface="Rockwell" panose="02060603020205020403" pitchFamily="18" charset="0"/>
                </a:rPr>
                <a:t>RECOMMENDATIONS</a:t>
              </a:r>
              <a:endParaRPr lang="en-US" sz="2800" b="1" kern="1200" dirty="0">
                <a:solidFill>
                  <a:srgbClr val="0E5580">
                    <a:hueOff val="0"/>
                    <a:satOff val="0"/>
                    <a:lumOff val="0"/>
                    <a:alphaOff val="0"/>
                  </a:srgbClr>
                </a:solidFill>
                <a:latin typeface="Rockwell" panose="020606030202050204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8471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A173B-FCA5-E6D8-6EDF-90F709C1D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C38699D-D4F4-78B8-E4A7-1C60A67769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845065"/>
              </p:ext>
            </p:extLst>
          </p:nvPr>
        </p:nvGraphicFramePr>
        <p:xfrm>
          <a:off x="1347019" y="1455175"/>
          <a:ext cx="8888362" cy="3891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93C69DCD-3D23-DCA5-D3B1-70386D049185}"/>
              </a:ext>
            </a:extLst>
          </p:cNvPr>
          <p:cNvGraphicFramePr/>
          <p:nvPr/>
        </p:nvGraphicFramePr>
        <p:xfrm>
          <a:off x="2674373" y="418774"/>
          <a:ext cx="5663382" cy="735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142855DC-6ABC-5065-B040-ADCCC66D2096}"/>
              </a:ext>
            </a:extLst>
          </p:cNvPr>
          <p:cNvGrpSpPr/>
          <p:nvPr/>
        </p:nvGrpSpPr>
        <p:grpSpPr>
          <a:xfrm>
            <a:off x="3490817" y="418774"/>
            <a:ext cx="4846938" cy="692640"/>
            <a:chOff x="0" y="15245"/>
            <a:chExt cx="4266469" cy="69264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F369FA0-CF30-366A-120F-63972A65CDDE}"/>
                </a:ext>
              </a:extLst>
            </p:cNvPr>
            <p:cNvSpPr/>
            <p:nvPr/>
          </p:nvSpPr>
          <p:spPr>
            <a:xfrm>
              <a:off x="0" y="15245"/>
              <a:ext cx="4266469" cy="692640"/>
            </a:xfrm>
            <a:prstGeom prst="roundRect">
              <a:avLst/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2565CF43-E0E0-753F-9868-7024FE39C171}"/>
                </a:ext>
              </a:extLst>
            </p:cNvPr>
            <p:cNvSpPr txBox="1"/>
            <p:nvPr/>
          </p:nvSpPr>
          <p:spPr>
            <a:xfrm>
              <a:off x="33812" y="49057"/>
              <a:ext cx="4198845" cy="6250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dirty="0">
                  <a:latin typeface="Rockwell" panose="02060603020205020403" pitchFamily="18" charset="0"/>
                </a:rPr>
                <a:t>CONCLUSION</a:t>
              </a:r>
              <a:endParaRPr lang="en-US" sz="2800" b="1" kern="1200" dirty="0">
                <a:solidFill>
                  <a:srgbClr val="0E5580">
                    <a:hueOff val="0"/>
                    <a:satOff val="0"/>
                    <a:lumOff val="0"/>
                    <a:alphaOff val="0"/>
                  </a:srgbClr>
                </a:solidFill>
                <a:latin typeface="Rockwell" panose="020606030202050204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2848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E3FABB-41B0-7835-8642-A9672D71D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2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1774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322</TotalTime>
  <Words>430</Words>
  <Application>Microsoft Office PowerPoint</Application>
  <PresentationFormat>Widescreen</PresentationFormat>
  <Paragraphs>141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Algerian</vt:lpstr>
      <vt:lpstr>Century Gothic</vt:lpstr>
      <vt:lpstr>Rockwell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Kalpesh Chaudhari</dc:creator>
  <cp:lastModifiedBy>Kalpesh Chaudhari</cp:lastModifiedBy>
  <cp:revision>40</cp:revision>
  <dcterms:created xsi:type="dcterms:W3CDTF">2026-03-22T17:18:23Z</dcterms:created>
  <dcterms:modified xsi:type="dcterms:W3CDTF">2026-04-29T01:01:33Z</dcterms:modified>
</cp:coreProperties>
</file>